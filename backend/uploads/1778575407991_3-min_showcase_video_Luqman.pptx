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6C1D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3" autoAdjust="0"/>
    <p:restoredTop sz="95345" autoAdjust="0"/>
  </p:normalViewPr>
  <p:slideViewPr>
    <p:cSldViewPr snapToGrid="0">
      <p:cViewPr varScale="1">
        <p:scale>
          <a:sx n="75" d="100"/>
          <a:sy n="75" d="100"/>
        </p:scale>
        <p:origin x="662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x5bZkrz2uV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B2362F-EF82-97D1-8085-902821FA1D5F}"/>
              </a:ext>
            </a:extLst>
          </p:cNvPr>
          <p:cNvSpPr txBox="1"/>
          <p:nvPr/>
        </p:nvSpPr>
        <p:spPr>
          <a:xfrm>
            <a:off x="1706784" y="4410333"/>
            <a:ext cx="772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spc="300" dirty="0">
                <a:solidFill>
                  <a:schemeClr val="bg1"/>
                </a:solidFill>
              </a:rPr>
              <a:t>TITLE:</a:t>
            </a:r>
          </a:p>
          <a:p>
            <a:r>
              <a:rPr lang="en-MY" sz="1600" spc="300" dirty="0">
                <a:solidFill>
                  <a:schemeClr val="bg1"/>
                </a:solidFill>
              </a:rPr>
              <a:t>VRMEETUP: VIRTUAL REALITY MEETING PLATFORM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7E90E-A947-F2E4-F188-4C78E30FFB14}"/>
              </a:ext>
            </a:extLst>
          </p:cNvPr>
          <p:cNvSpPr txBox="1"/>
          <p:nvPr/>
        </p:nvSpPr>
        <p:spPr>
          <a:xfrm>
            <a:off x="1706783" y="3713456"/>
            <a:ext cx="8925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spc="300" dirty="0">
                <a:solidFill>
                  <a:schemeClr val="bg1"/>
                </a:solidFill>
              </a:rPr>
              <a:t>FINAL YEAR PROJECT 2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31FEC-C1AB-A4DF-DA31-FC4B7684A9DD}"/>
              </a:ext>
            </a:extLst>
          </p:cNvPr>
          <p:cNvSpPr txBox="1"/>
          <p:nvPr/>
        </p:nvSpPr>
        <p:spPr>
          <a:xfrm>
            <a:off x="1706783" y="2905656"/>
            <a:ext cx="7722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chemeClr val="bg1"/>
                </a:solidFill>
              </a:rPr>
              <a:t>UNIVERSITI TEKNOLOGI MALAYSIA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FBF1DA-5BFF-1707-4D4A-FFFB821B0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783" y="1639658"/>
            <a:ext cx="2139445" cy="7236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526A73A-E833-94D8-3B96-626DBBC27FC5}"/>
              </a:ext>
            </a:extLst>
          </p:cNvPr>
          <p:cNvGrpSpPr/>
          <p:nvPr/>
        </p:nvGrpSpPr>
        <p:grpSpPr>
          <a:xfrm>
            <a:off x="243682" y="3008152"/>
            <a:ext cx="838200" cy="841694"/>
            <a:chOff x="0" y="585597"/>
            <a:chExt cx="838200" cy="390908"/>
          </a:xfrm>
          <a:solidFill>
            <a:schemeClr val="bg1">
              <a:lumMod val="65000"/>
            </a:schemeClr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F9D891E-647D-0389-6628-4EE6EB7D852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D91420ED-5903-A743-073E-ED4B56F92DD2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0E858A-4845-23C9-B443-2E55F05FAEF2}"/>
              </a:ext>
            </a:extLst>
          </p:cNvPr>
          <p:cNvGrpSpPr/>
          <p:nvPr/>
        </p:nvGrpSpPr>
        <p:grpSpPr>
          <a:xfrm>
            <a:off x="0" y="3008153"/>
            <a:ext cx="838200" cy="841694"/>
            <a:chOff x="0" y="585597"/>
            <a:chExt cx="838200" cy="390908"/>
          </a:xfrm>
          <a:solidFill>
            <a:schemeClr val="bg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E28CBC-C49B-EEF2-721E-8E91D122E2BA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C51E1D26-9907-4A93-EEED-313B135BF054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0B02FD5-EB1B-0B91-AD16-E933188FD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513" y="6383329"/>
            <a:ext cx="2525487" cy="1900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11AF99-4926-2858-7547-4E76321CA805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-46838" y="6448292"/>
            <a:ext cx="9713351" cy="3006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DEC80C-7A80-2865-B039-440BC5DFB4ED}"/>
              </a:ext>
            </a:extLst>
          </p:cNvPr>
          <p:cNvSpPr txBox="1"/>
          <p:nvPr/>
        </p:nvSpPr>
        <p:spPr>
          <a:xfrm>
            <a:off x="1706784" y="5069125"/>
            <a:ext cx="772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spc="300" dirty="0">
                <a:solidFill>
                  <a:schemeClr val="bg1"/>
                </a:solidFill>
              </a:rPr>
              <a:t>LUQMAN HAKIM BIN MD SAID</a:t>
            </a:r>
          </a:p>
          <a:p>
            <a:r>
              <a:rPr lang="en-MY" sz="1600" spc="300" dirty="0">
                <a:solidFill>
                  <a:schemeClr val="bg1"/>
                </a:solidFill>
              </a:rPr>
              <a:t>A21EC0050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2E078-8D12-2CF8-735A-233590F18906}"/>
              </a:ext>
            </a:extLst>
          </p:cNvPr>
          <p:cNvSpPr txBox="1"/>
          <p:nvPr/>
        </p:nvSpPr>
        <p:spPr>
          <a:xfrm>
            <a:off x="1706784" y="5686451"/>
            <a:ext cx="772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spc="300" dirty="0">
                <a:solidFill>
                  <a:schemeClr val="bg1"/>
                </a:solidFill>
              </a:rPr>
              <a:t>Demo Showcase Video:</a:t>
            </a:r>
          </a:p>
          <a:p>
            <a:r>
              <a:rPr lang="en-MY" sz="1600" spc="300" dirty="0">
                <a:solidFill>
                  <a:schemeClr val="bg1"/>
                </a:solidFill>
                <a:hlinkClick r:id="rId4"/>
              </a:rPr>
              <a:t>https://youtu.be/x5bZkrz2uVM</a:t>
            </a:r>
            <a:endParaRPr lang="en-MY" sz="1600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540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7366</TotalTime>
  <Words>33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Montserrat Semi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LUQMAN HAKIM BIN MD SAID</cp:lastModifiedBy>
  <cp:revision>64</cp:revision>
  <dcterms:created xsi:type="dcterms:W3CDTF">2023-12-31T03:09:43Z</dcterms:created>
  <dcterms:modified xsi:type="dcterms:W3CDTF">2025-07-03T08:38:30Z</dcterms:modified>
</cp:coreProperties>
</file>