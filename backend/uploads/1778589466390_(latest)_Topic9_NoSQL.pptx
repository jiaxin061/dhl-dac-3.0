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Helvetica Neue"/>
      <p:regular r:id="rId27"/>
      <p:bold r:id="rId28"/>
      <p:italic r:id="rId29"/>
      <p:boldItalic r:id="rId30"/>
    </p:embeddedFont>
    <p:embeddedFont>
      <p:font typeface="Arial Black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jMm2vdD75xudLO5qcHDTJfU2L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9FFA9B-7C0F-407B-A08E-4D255E64CD9C}">
  <a:tblStyle styleId="{229FFA9B-7C0F-407B-A08E-4D255E64CD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alBlack-regular.fnt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>
  <p:cSld name="cover pag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8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1428041" y="-1428041"/>
            <a:ext cx="6880030" cy="9736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8"/>
          <p:cNvPicPr preferRelativeResize="0"/>
          <p:nvPr/>
        </p:nvPicPr>
        <p:blipFill rotWithShape="1">
          <a:blip r:embed="rId3">
            <a:alphaModFix amt="99000"/>
          </a:blip>
          <a:srcRect b="0" l="0" r="0" t="0"/>
          <a:stretch/>
        </p:blipFill>
        <p:spPr>
          <a:xfrm flipH="1">
            <a:off x="59093" y="0"/>
            <a:ext cx="12073813" cy="310918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8"/>
          <p:cNvSpPr/>
          <p:nvPr/>
        </p:nvSpPr>
        <p:spPr>
          <a:xfrm rot="5400000">
            <a:off x="5953544" y="641578"/>
            <a:ext cx="28490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8"/>
          <p:cNvSpPr txBox="1"/>
          <p:nvPr/>
        </p:nvSpPr>
        <p:spPr>
          <a:xfrm>
            <a:off x="5479363" y="6595121"/>
            <a:ext cx="137730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www.utm.my</a:t>
            </a:r>
            <a:endParaRPr b="1" i="0" sz="11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9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6764" y="1270"/>
            <a:ext cx="12073813" cy="31091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" name="Google Shape;24;p4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" name="Google Shape;26;p4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9"/>
          <p:cNvSpPr/>
          <p:nvPr/>
        </p:nvSpPr>
        <p:spPr>
          <a:xfrm>
            <a:off x="6764" y="342265"/>
            <a:ext cx="1026963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" name="Google Shape;32;p49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33" name="Google Shape;33;p49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9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4713261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0"/>
          <p:cNvSpPr/>
          <p:nvPr/>
        </p:nvSpPr>
        <p:spPr>
          <a:xfrm>
            <a:off x="-38099" y="0"/>
            <a:ext cx="4764088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0"/>
          <p:cNvSpPr txBox="1"/>
          <p:nvPr>
            <p:ph type="title"/>
          </p:nvPr>
        </p:nvSpPr>
        <p:spPr>
          <a:xfrm>
            <a:off x="839788" y="457200"/>
            <a:ext cx="377196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0" name="Google Shape;40;p50"/>
          <p:cNvSpPr txBox="1"/>
          <p:nvPr>
            <p:ph idx="2" type="body"/>
          </p:nvPr>
        </p:nvSpPr>
        <p:spPr>
          <a:xfrm>
            <a:off x="839788" y="2057400"/>
            <a:ext cx="377196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1" name="Google Shape;41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" name="Google Shape;4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0"/>
          <p:cNvSpPr/>
          <p:nvPr/>
        </p:nvSpPr>
        <p:spPr>
          <a:xfrm rot="5400000">
            <a:off x="1324286" y="3399184"/>
            <a:ext cx="6858000" cy="5963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50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47" name="Google Shape;47;p50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50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51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6764" y="1270"/>
            <a:ext cx="12073813" cy="31091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51"/>
          <p:cNvGrpSpPr/>
          <p:nvPr/>
        </p:nvGrpSpPr>
        <p:grpSpPr>
          <a:xfrm flipH="1">
            <a:off x="8896479" y="6438899"/>
            <a:ext cx="3295521" cy="419101"/>
            <a:chOff x="0" y="6438899"/>
            <a:chExt cx="4425450" cy="419100"/>
          </a:xfrm>
        </p:grpSpPr>
        <p:sp>
          <p:nvSpPr>
            <p:cNvPr id="52" name="Google Shape;52;p51"/>
            <p:cNvSpPr/>
            <p:nvPr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51"/>
            <p:cNvSpPr/>
            <p:nvPr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Google Shape;54;p51"/>
          <p:cNvSpPr txBox="1"/>
          <p:nvPr>
            <p:ph type="title"/>
          </p:nvPr>
        </p:nvSpPr>
        <p:spPr>
          <a:xfrm>
            <a:off x="1364974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51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60" name="Google Shape;60;p51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1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" name="Google Shape;6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52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69" name="Google Shape;69;p52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52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53"/>
          <p:cNvSpPr/>
          <p:nvPr/>
        </p:nvSpPr>
        <p:spPr>
          <a:xfrm>
            <a:off x="3894421" y="21431"/>
            <a:ext cx="4460168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3"/>
          <p:cNvSpPr/>
          <p:nvPr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" name="Google Shape;81;p53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82" name="Google Shape;82;p53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3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54"/>
          <p:cNvCxnSpPr/>
          <p:nvPr/>
        </p:nvCxnSpPr>
        <p:spPr>
          <a:xfrm>
            <a:off x="-12700" y="1016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2" name="Google Shape;92;p55"/>
          <p:cNvGrpSpPr/>
          <p:nvPr/>
        </p:nvGrpSpPr>
        <p:grpSpPr>
          <a:xfrm>
            <a:off x="0" y="0"/>
            <a:ext cx="4736144" cy="7783867"/>
            <a:chOff x="0" y="0"/>
            <a:chExt cx="4736144" cy="7783867"/>
          </a:xfrm>
        </p:grpSpPr>
        <p:pic>
          <p:nvPicPr>
            <p:cNvPr id="93" name="Google Shape;93;p5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3118649" cy="44635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55"/>
            <p:cNvSpPr/>
            <p:nvPr/>
          </p:nvSpPr>
          <p:spPr>
            <a:xfrm rot="8446488">
              <a:off x="1155879" y="3069975"/>
              <a:ext cx="2214654" cy="3120244"/>
            </a:xfrm>
            <a:prstGeom prst="parallelogram">
              <a:avLst>
                <a:gd fmla="val 25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55"/>
            <p:cNvSpPr/>
            <p:nvPr/>
          </p:nvSpPr>
          <p:spPr>
            <a:xfrm rot="8446488">
              <a:off x="2539020" y="5497285"/>
              <a:ext cx="1784436" cy="1941063"/>
            </a:xfrm>
            <a:custGeom>
              <a:rect b="b" l="l" r="r" t="t"/>
              <a:pathLst>
                <a:path extrusionOk="0" h="1941063" w="1784436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6" name="Google Shape;9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126331" y="-1062392"/>
            <a:ext cx="2405080" cy="3385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55"/>
          <p:cNvPicPr preferRelativeResize="0"/>
          <p:nvPr/>
        </p:nvPicPr>
        <p:blipFill rotWithShape="1">
          <a:blip r:embed="rId4">
            <a:alphaModFix amt="99000"/>
          </a:blip>
          <a:srcRect b="0" l="0" r="0" t="0"/>
          <a:stretch/>
        </p:blipFill>
        <p:spPr>
          <a:xfrm flipH="1" rot="-5400000">
            <a:off x="-2602281" y="2616106"/>
            <a:ext cx="7046892" cy="181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283211" y="3743462"/>
            <a:ext cx="2080701" cy="2978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830037" y="6046777"/>
            <a:ext cx="4191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56"/>
          <p:cNvPicPr preferRelativeResize="0"/>
          <p:nvPr/>
        </p:nvPicPr>
        <p:blipFill rotWithShape="1">
          <a:blip r:embed="rId2">
            <a:alphaModFix/>
          </a:blip>
          <a:srcRect b="7973" l="0" r="0" t="26333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6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6C1D35">
                  <a:alpha val="67843"/>
                </a:srgbClr>
              </a:gs>
              <a:gs pos="12000">
                <a:srgbClr val="6C1D35">
                  <a:alpha val="67843"/>
                </a:srgbClr>
              </a:gs>
              <a:gs pos="77000">
                <a:srgbClr val="511527"/>
              </a:gs>
              <a:gs pos="100000">
                <a:srgbClr val="511527"/>
              </a:gs>
            </a:gsLst>
            <a:lin ang="13500000" scaled="0"/>
          </a:gradFill>
          <a:ln cap="flat" cmpd="sng" w="12700">
            <a:solidFill>
              <a:srgbClr val="2D0C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6" name="Google Shape;10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112000" y="-35081"/>
            <a:ext cx="4917440" cy="6921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268262" y="349094"/>
            <a:ext cx="2010036" cy="2829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page">
  <p:cSld name="end page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7"/>
          <p:cNvSpPr/>
          <p:nvPr/>
        </p:nvSpPr>
        <p:spPr>
          <a:xfrm>
            <a:off x="0" y="-2"/>
            <a:ext cx="12230100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57"/>
          <p:cNvPicPr preferRelativeResize="0"/>
          <p:nvPr/>
        </p:nvPicPr>
        <p:blipFill rotWithShape="1">
          <a:blip r:embed="rId2">
            <a:alphaModFix amt="32000"/>
          </a:blip>
          <a:srcRect b="0" l="20647" r="0" t="0"/>
          <a:stretch/>
        </p:blipFill>
        <p:spPr>
          <a:xfrm rot="-5400000">
            <a:off x="2686050" y="-2686050"/>
            <a:ext cx="6858000" cy="122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8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6764" y="1270"/>
            <a:ext cx="12073813" cy="31091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58"/>
          <p:cNvGrpSpPr/>
          <p:nvPr/>
        </p:nvGrpSpPr>
        <p:grpSpPr>
          <a:xfrm>
            <a:off x="0" y="6438899"/>
            <a:ext cx="4425450" cy="419100"/>
            <a:chOff x="0" y="6438899"/>
            <a:chExt cx="4425450" cy="419100"/>
          </a:xfrm>
        </p:grpSpPr>
        <p:sp>
          <p:nvSpPr>
            <p:cNvPr id="117" name="Google Shape;117;p58"/>
            <p:cNvSpPr/>
            <p:nvPr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58"/>
            <p:cNvSpPr/>
            <p:nvPr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58"/>
          <p:cNvSpPr txBox="1"/>
          <p:nvPr>
            <p:ph type="title"/>
          </p:nvPr>
        </p:nvSpPr>
        <p:spPr>
          <a:xfrm>
            <a:off x="831850" y="1047751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8"/>
          <p:cNvSpPr txBox="1"/>
          <p:nvPr>
            <p:ph idx="1" type="body"/>
          </p:nvPr>
        </p:nvSpPr>
        <p:spPr>
          <a:xfrm>
            <a:off x="831850" y="2814638"/>
            <a:ext cx="10515600" cy="335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1" name="Google Shape;121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4" name="Google Shape;12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58"/>
          <p:cNvGrpSpPr/>
          <p:nvPr/>
        </p:nvGrpSpPr>
        <p:grpSpPr>
          <a:xfrm>
            <a:off x="0" y="0"/>
            <a:ext cx="2135014" cy="390908"/>
            <a:chOff x="0" y="0"/>
            <a:chExt cx="2135014" cy="390908"/>
          </a:xfrm>
        </p:grpSpPr>
        <p:sp>
          <p:nvSpPr>
            <p:cNvPr id="126" name="Google Shape;126;p58"/>
            <p:cNvSpPr/>
            <p:nvPr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58"/>
            <p:cNvSpPr/>
            <p:nvPr/>
          </p:nvSpPr>
          <p:spPr>
            <a:xfrm flipH="1" rot="10800000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58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29" name="Google Shape;129;p58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58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59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6764" y="1270"/>
            <a:ext cx="12073813" cy="310918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9"/>
          <p:cNvSpPr txBox="1"/>
          <p:nvPr>
            <p:ph type="ctrTitle"/>
          </p:nvPr>
        </p:nvSpPr>
        <p:spPr>
          <a:xfrm>
            <a:off x="1524000" y="1122363"/>
            <a:ext cx="91440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9"/>
          <p:cNvSpPr txBox="1"/>
          <p:nvPr>
            <p:ph idx="1" type="subTitle"/>
          </p:nvPr>
        </p:nvSpPr>
        <p:spPr>
          <a:xfrm>
            <a:off x="1524000" y="2601118"/>
            <a:ext cx="9144000" cy="3461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5" name="Google Shape;135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8" name="Google Shape;13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59"/>
          <p:cNvGrpSpPr/>
          <p:nvPr/>
        </p:nvGrpSpPr>
        <p:grpSpPr>
          <a:xfrm>
            <a:off x="0" y="336866"/>
            <a:ext cx="838200" cy="390908"/>
            <a:chOff x="0" y="585597"/>
            <a:chExt cx="838200" cy="390908"/>
          </a:xfrm>
        </p:grpSpPr>
        <p:sp>
          <p:nvSpPr>
            <p:cNvPr id="140" name="Google Shape;140;p59"/>
            <p:cNvSpPr/>
            <p:nvPr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59"/>
            <p:cNvSpPr/>
            <p:nvPr/>
          </p:nvSpPr>
          <p:spPr>
            <a:xfrm flipH="1" rot="10800000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59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43" name="Google Shape;143;p59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59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0"/>
          <p:cNvSpPr/>
          <p:nvPr/>
        </p:nvSpPr>
        <p:spPr>
          <a:xfrm>
            <a:off x="-38100" y="1690688"/>
            <a:ext cx="12230100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6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6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4" name="Google Shape;15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60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56" name="Google Shape;156;p60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60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color">
  <p:cSld name="Blank-color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1"/>
          <p:cNvSpPr/>
          <p:nvPr/>
        </p:nvSpPr>
        <p:spPr>
          <a:xfrm>
            <a:off x="-38100" y="0"/>
            <a:ext cx="12230100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p61"/>
          <p:cNvGrpSpPr/>
          <p:nvPr/>
        </p:nvGrpSpPr>
        <p:grpSpPr>
          <a:xfrm>
            <a:off x="7180119" y="6473574"/>
            <a:ext cx="5011881" cy="390911"/>
            <a:chOff x="7180118" y="6489891"/>
            <a:chExt cx="5011881" cy="390911"/>
          </a:xfrm>
        </p:grpSpPr>
        <p:sp>
          <p:nvSpPr>
            <p:cNvPr id="161" name="Google Shape;161;p61"/>
            <p:cNvSpPr/>
            <p:nvPr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61"/>
            <p:cNvSpPr/>
            <p:nvPr/>
          </p:nvSpPr>
          <p:spPr>
            <a:xfrm flipH="1">
              <a:off x="7180118" y="6489895"/>
              <a:ext cx="213299" cy="390907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3" name="Google Shape;163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76220" y="283589"/>
            <a:ext cx="1470825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7" name="Google Shape;167;p61"/>
          <p:cNvGrpSpPr/>
          <p:nvPr/>
        </p:nvGrpSpPr>
        <p:grpSpPr>
          <a:xfrm>
            <a:off x="-58882" y="0"/>
            <a:ext cx="2130820" cy="390908"/>
            <a:chOff x="-58882" y="0"/>
            <a:chExt cx="2130820" cy="390908"/>
          </a:xfrm>
        </p:grpSpPr>
        <p:sp>
          <p:nvSpPr>
            <p:cNvPr id="168" name="Google Shape;168;p61"/>
            <p:cNvSpPr/>
            <p:nvPr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61"/>
            <p:cNvSpPr/>
            <p:nvPr/>
          </p:nvSpPr>
          <p:spPr>
            <a:xfrm flipH="1" rot="10800000">
              <a:off x="1858639" y="0"/>
              <a:ext cx="213299" cy="390907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61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71" name="Google Shape;171;p61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61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8" name="Google Shape;17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62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80" name="Google Shape;180;p62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62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62"/>
          <p:cNvSpPr/>
          <p:nvPr/>
        </p:nvSpPr>
        <p:spPr>
          <a:xfrm rot="5400000">
            <a:off x="6073139" y="761174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2"/>
          <p:cNvSpPr txBox="1"/>
          <p:nvPr>
            <p:ph type="title"/>
          </p:nvPr>
        </p:nvSpPr>
        <p:spPr>
          <a:xfrm>
            <a:off x="838198" y="7810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9" name="Google Shape;18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63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91" name="Google Shape;191;p63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63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63"/>
          <p:cNvSpPr/>
          <p:nvPr/>
        </p:nvSpPr>
        <p:spPr>
          <a:xfrm rot="5400000">
            <a:off x="6079906" y="-6086095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3"/>
          <p:cNvSpPr txBox="1"/>
          <p:nvPr>
            <p:ph type="title"/>
          </p:nvPr>
        </p:nvSpPr>
        <p:spPr>
          <a:xfrm>
            <a:off x="838198" y="7810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mongodb.com/manual/core/data-model-design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university.mongodb.com/" TargetMode="External"/><Relationship Id="rId4" Type="http://schemas.openxmlformats.org/officeDocument/2006/relationships/image" Target="../media/image3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mongodb.com/docs/" TargetMode="External"/><Relationship Id="rId4" Type="http://schemas.openxmlformats.org/officeDocument/2006/relationships/image" Target="../media/image3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pymongo.readthedocs.io/en/stable/" TargetMode="External"/><Relationship Id="rId4" Type="http://schemas.openxmlformats.org/officeDocument/2006/relationships/image" Target="../media/image3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"/>
          <p:cNvSpPr txBox="1"/>
          <p:nvPr/>
        </p:nvSpPr>
        <p:spPr>
          <a:xfrm>
            <a:off x="1727700" y="3145893"/>
            <a:ext cx="91797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Topic 9|NoSQL</a:t>
            </a:r>
            <a:endParaRPr/>
          </a:p>
        </p:txBody>
      </p:sp>
      <p:sp>
        <p:nvSpPr>
          <p:cNvPr id="200" name="Google Shape;200;p1"/>
          <p:cNvSpPr txBox="1"/>
          <p:nvPr/>
        </p:nvSpPr>
        <p:spPr>
          <a:xfrm>
            <a:off x="1664969" y="2222563"/>
            <a:ext cx="1096363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rPr>
              <a:t>SECD2523 DATABASE </a:t>
            </a:r>
            <a:endParaRPr/>
          </a:p>
        </p:txBody>
      </p:sp>
      <p:pic>
        <p:nvPicPr>
          <p:cNvPr id="201" name="Google Shape;2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7149" y="599516"/>
            <a:ext cx="2249407" cy="751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8429" y="6352942"/>
            <a:ext cx="2136771" cy="16080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"/>
          <p:cNvSpPr txBox="1"/>
          <p:nvPr/>
        </p:nvSpPr>
        <p:spPr>
          <a:xfrm>
            <a:off x="805543" y="5858374"/>
            <a:ext cx="10678886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Content adapted from </a:t>
            </a: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Connolly, T., Begg, C., 2015. Database Systems: A Practical Approach to Design, Implementation, and Management, Global Edition. Pearson Education.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LECTURE LEARNING OUTCOME</a:t>
            </a:r>
            <a:endParaRPr/>
          </a:p>
        </p:txBody>
      </p:sp>
      <p:grpSp>
        <p:nvGrpSpPr>
          <p:cNvPr id="209" name="Google Shape;209;p2"/>
          <p:cNvGrpSpPr/>
          <p:nvPr/>
        </p:nvGrpSpPr>
        <p:grpSpPr>
          <a:xfrm>
            <a:off x="756164" y="1989249"/>
            <a:ext cx="10823730" cy="1572098"/>
            <a:chOff x="531658" y="2405747"/>
            <a:chExt cx="10823730" cy="2675246"/>
          </a:xfrm>
        </p:grpSpPr>
        <p:sp>
          <p:nvSpPr>
            <p:cNvPr id="210" name="Google Shape;210;p2"/>
            <p:cNvSpPr/>
            <p:nvPr/>
          </p:nvSpPr>
          <p:spPr>
            <a:xfrm>
              <a:off x="531658" y="2405747"/>
              <a:ext cx="10823730" cy="2675246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2"/>
            <p:cNvSpPr txBox="1"/>
            <p:nvPr/>
          </p:nvSpPr>
          <p:spPr>
            <a:xfrm>
              <a:off x="725990" y="2622536"/>
              <a:ext cx="10260956" cy="22521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Able to understand about NoSQL and particularly MongoDB with its core concepts.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Able to understand about MongoDB ecosystem and available tools.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Able to perform basic operations with MongoDB using MongoDB Shell and Compass.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Able to implement the use of MongoDB in Python.</a:t>
              </a:r>
              <a:endParaRPr/>
            </a:p>
          </p:txBody>
        </p:sp>
      </p:grpSp>
      <p:pic>
        <p:nvPicPr>
          <p:cNvPr id="212" name="Google Shape;2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4018" y="6594272"/>
            <a:ext cx="1951264" cy="14684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"/>
          <p:cNvSpPr txBox="1"/>
          <p:nvPr/>
        </p:nvSpPr>
        <p:spPr>
          <a:xfrm>
            <a:off x="735527" y="1538145"/>
            <a:ext cx="6117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the end of this lecture, students should be able to: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"/>
          <p:cNvSpPr txBox="1"/>
          <p:nvPr/>
        </p:nvSpPr>
        <p:spPr>
          <a:xfrm>
            <a:off x="6052352" y="1334348"/>
            <a:ext cx="45076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NoSQL and MongoDB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"/>
          <p:cNvSpPr txBox="1"/>
          <p:nvPr/>
        </p:nvSpPr>
        <p:spPr>
          <a:xfrm>
            <a:off x="5114018" y="1211238"/>
            <a:ext cx="9580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p3"/>
          <p:cNvGrpSpPr/>
          <p:nvPr/>
        </p:nvGrpSpPr>
        <p:grpSpPr>
          <a:xfrm>
            <a:off x="5114018" y="1929326"/>
            <a:ext cx="6505167" cy="646331"/>
            <a:chOff x="5114018" y="1929326"/>
            <a:chExt cx="6505167" cy="646331"/>
          </a:xfrm>
        </p:grpSpPr>
        <p:sp>
          <p:nvSpPr>
            <p:cNvPr id="222" name="Google Shape;222;p3"/>
            <p:cNvSpPr txBox="1"/>
            <p:nvPr/>
          </p:nvSpPr>
          <p:spPr>
            <a:xfrm>
              <a:off x="6052352" y="2054221"/>
              <a:ext cx="55668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Core Concepts of MongoDB</a:t>
              </a:r>
              <a:endParaRPr/>
            </a:p>
          </p:txBody>
        </p:sp>
        <p:sp>
          <p:nvSpPr>
            <p:cNvPr id="223" name="Google Shape;223;p3"/>
            <p:cNvSpPr txBox="1"/>
            <p:nvPr/>
          </p:nvSpPr>
          <p:spPr>
            <a:xfrm>
              <a:off x="5114018" y="1929326"/>
              <a:ext cx="95809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3"/>
          <p:cNvSpPr txBox="1"/>
          <p:nvPr/>
        </p:nvSpPr>
        <p:spPr>
          <a:xfrm>
            <a:off x="6052352" y="2776580"/>
            <a:ext cx="50623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MongoDB environment and tools</a:t>
            </a:r>
            <a:endParaRPr/>
          </a:p>
        </p:txBody>
      </p:sp>
      <p:sp>
        <p:nvSpPr>
          <p:cNvPr id="225" name="Google Shape;225;p3"/>
          <p:cNvSpPr txBox="1"/>
          <p:nvPr/>
        </p:nvSpPr>
        <p:spPr>
          <a:xfrm>
            <a:off x="5114018" y="2650449"/>
            <a:ext cx="9580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4018" y="6594272"/>
            <a:ext cx="1951264" cy="14684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"/>
          <p:cNvSpPr txBox="1"/>
          <p:nvPr>
            <p:ph type="title"/>
          </p:nvPr>
        </p:nvSpPr>
        <p:spPr>
          <a:xfrm>
            <a:off x="838200" y="1710330"/>
            <a:ext cx="10515600" cy="302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625">
            <a:spAutoFit/>
          </a:bodyPr>
          <a:lstStyle/>
          <a:p>
            <a:pPr indent="0" lvl="0" marL="16827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NoSQL is a category of database systems that provides a </a:t>
            </a:r>
            <a:r>
              <a:rPr b="1" lang="en-US" sz="2800"/>
              <a:t>flexible</a:t>
            </a:r>
            <a:r>
              <a:rPr lang="en-US" sz="2800"/>
              <a:t> and </a:t>
            </a:r>
            <a:r>
              <a:rPr b="1" lang="en-US" sz="2800"/>
              <a:t>scalable</a:t>
            </a:r>
            <a:r>
              <a:rPr lang="en-US" sz="2800"/>
              <a:t> approach to storing and retrieving data, </a:t>
            </a:r>
            <a:r>
              <a:rPr b="1" lang="en-US" sz="2800"/>
              <a:t>differin</a:t>
            </a:r>
            <a:r>
              <a:rPr lang="en-US" sz="2800"/>
              <a:t>g from traditional relational database management systems (RDBMS). NoSQL databases are designed to </a:t>
            </a:r>
            <a:r>
              <a:rPr b="1" lang="en-US" sz="2800"/>
              <a:t>handle large volumes of unstructured, semi-structured, or structured data</a:t>
            </a:r>
            <a:r>
              <a:rPr lang="en-US" sz="2800"/>
              <a:t> and are often optimized for modern applications requiring high performance, horizontal scalability, and flexibility.</a:t>
            </a:r>
            <a:endParaRPr sz="2800"/>
          </a:p>
        </p:txBody>
      </p:sp>
      <p:sp>
        <p:nvSpPr>
          <p:cNvPr id="233" name="Google Shape;233;p4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NoSQL</a:t>
            </a:r>
            <a:endParaRPr sz="2405">
              <a:solidFill>
                <a:srgbClr val="3A3838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"/>
          <p:cNvSpPr txBox="1"/>
          <p:nvPr>
            <p:ph type="title"/>
          </p:nvPr>
        </p:nvSpPr>
        <p:spPr>
          <a:xfrm>
            <a:off x="872146" y="1750350"/>
            <a:ext cx="6323412" cy="623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625">
            <a:spAutoFit/>
          </a:bodyPr>
          <a:lstStyle/>
          <a:p>
            <a:pPr indent="0" lvl="0" marL="367010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SQL vs NoSQL</a:t>
            </a:r>
            <a:endParaRPr/>
          </a:p>
        </p:txBody>
      </p:sp>
      <p:pic>
        <p:nvPicPr>
          <p:cNvPr id="240" name="Google Shape;2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781" y="1548215"/>
            <a:ext cx="10591604" cy="432084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SQL vs NoSQL</a:t>
            </a:r>
            <a:endParaRPr sz="2405">
              <a:solidFill>
                <a:srgbClr val="3A3838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"/>
          <p:cNvSpPr txBox="1"/>
          <p:nvPr>
            <p:ph type="title"/>
          </p:nvPr>
        </p:nvSpPr>
        <p:spPr>
          <a:xfrm>
            <a:off x="872146" y="1750350"/>
            <a:ext cx="6323412" cy="623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625">
            <a:spAutoFit/>
          </a:bodyPr>
          <a:lstStyle/>
          <a:p>
            <a:pPr indent="0" lvl="0" marL="367010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SQL vs NoSQL</a:t>
            </a:r>
            <a:endParaRPr/>
          </a:p>
        </p:txBody>
      </p:sp>
      <p:pic>
        <p:nvPicPr>
          <p:cNvPr id="248" name="Google Shape;2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2674" y="1192296"/>
            <a:ext cx="7305400" cy="534507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6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SQL vs NoSQL</a:t>
            </a:r>
            <a:endParaRPr sz="2405">
              <a:solidFill>
                <a:srgbClr val="3A3838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6" name="Google Shape;256;p7"/>
          <p:cNvGraphicFramePr/>
          <p:nvPr/>
        </p:nvGraphicFramePr>
        <p:xfrm>
          <a:off x="659524" y="19160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{229FFA9B-7C0F-407B-A08E-4D255E64CD9C}</a:tableStyleId>
              </a:tblPr>
              <a:tblGrid>
                <a:gridCol w="3505200"/>
                <a:gridCol w="3505200"/>
                <a:gridCol w="3505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NoSQL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SQL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7" name="Google Shape;257;p7"/>
          <p:cNvGraphicFramePr/>
          <p:nvPr/>
        </p:nvGraphicFramePr>
        <p:xfrm>
          <a:off x="659524" y="23490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{229FFA9B-7C0F-407B-A08E-4D255E64CD9C}</a:tableStyleId>
              </a:tblPr>
              <a:tblGrid>
                <a:gridCol w="3505200"/>
                <a:gridCol w="3505200"/>
                <a:gridCol w="41942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Schema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Flexible schema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Fixed schema (tables and columns)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8" name="Google Shape;258;p7"/>
          <p:cNvGraphicFramePr/>
          <p:nvPr/>
        </p:nvGraphicFramePr>
        <p:xfrm>
          <a:off x="659524" y="27148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{229FFA9B-7C0F-407B-A08E-4D255E64CD9C}</a:tableStyleId>
              </a:tblPr>
              <a:tblGrid>
                <a:gridCol w="3505200"/>
                <a:gridCol w="3505200"/>
                <a:gridCol w="3505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Scalability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Horizontally scalable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Vertically scalable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9" name="Google Shape;259;p7"/>
          <p:cNvGraphicFramePr/>
          <p:nvPr/>
        </p:nvGraphicFramePr>
        <p:xfrm>
          <a:off x="659524" y="3446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{229FFA9B-7C0F-407B-A08E-4D255E64CD9C}</a:tableStyleId>
              </a:tblPr>
              <a:tblGrid>
                <a:gridCol w="3505200"/>
                <a:gridCol w="3505200"/>
                <a:gridCol w="3505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Data Model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Varied (document, key-value)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Relational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0" name="Google Shape;260;p7"/>
          <p:cNvGraphicFramePr/>
          <p:nvPr/>
        </p:nvGraphicFramePr>
        <p:xfrm>
          <a:off x="659524" y="30805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{229FFA9B-7C0F-407B-A08E-4D255E64CD9C}</a:tableStyleId>
              </a:tblPr>
              <a:tblGrid>
                <a:gridCol w="3505200"/>
                <a:gridCol w="3505200"/>
                <a:gridCol w="350520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ACID Compliance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Often eventual consistency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Strong ACID compliance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1" name="Google Shape;261;p7"/>
          <p:cNvGraphicFramePr/>
          <p:nvPr/>
        </p:nvGraphicFramePr>
        <p:xfrm>
          <a:off x="659524" y="37847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{229FFA9B-7C0F-407B-A08E-4D255E64CD9C}</a:tableStyleId>
              </a:tblPr>
              <a:tblGrid>
                <a:gridCol w="3505200"/>
                <a:gridCol w="3505200"/>
                <a:gridCol w="35052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Query Language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Database-specific APIs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SQL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2" name="Google Shape;262;p7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SQL vs NoSQL</a:t>
            </a:r>
            <a:endParaRPr sz="2405">
              <a:solidFill>
                <a:srgbClr val="3A3838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/>
          <p:nvPr/>
        </p:nvSpPr>
        <p:spPr>
          <a:xfrm>
            <a:off x="10985351" y="6371205"/>
            <a:ext cx="365047" cy="365429"/>
          </a:xfrm>
          <a:custGeom>
            <a:rect b="b" l="l" r="r" t="t"/>
            <a:pathLst>
              <a:path extrusionOk="0" h="607695" w="607059">
                <a:moveTo>
                  <a:pt x="303269" y="0"/>
                </a:moveTo>
                <a:lnTo>
                  <a:pt x="254085" y="3973"/>
                </a:lnTo>
                <a:lnTo>
                  <a:pt x="207425" y="15476"/>
                </a:lnTo>
                <a:lnTo>
                  <a:pt x="163913" y="33884"/>
                </a:lnTo>
                <a:lnTo>
                  <a:pt x="124176" y="58573"/>
                </a:lnTo>
                <a:lnTo>
                  <a:pt x="88837" y="88916"/>
                </a:lnTo>
                <a:lnTo>
                  <a:pt x="58522" y="124290"/>
                </a:lnTo>
                <a:lnTo>
                  <a:pt x="33856" y="164069"/>
                </a:lnTo>
                <a:lnTo>
                  <a:pt x="15463" y="207628"/>
                </a:lnTo>
                <a:lnTo>
                  <a:pt x="3970" y="254342"/>
                </a:lnTo>
                <a:lnTo>
                  <a:pt x="0" y="303587"/>
                </a:lnTo>
                <a:lnTo>
                  <a:pt x="3970" y="352829"/>
                </a:lnTo>
                <a:lnTo>
                  <a:pt x="15463" y="399542"/>
                </a:lnTo>
                <a:lnTo>
                  <a:pt x="33856" y="443101"/>
                </a:lnTo>
                <a:lnTo>
                  <a:pt x="58522" y="482879"/>
                </a:lnTo>
                <a:lnTo>
                  <a:pt x="88837" y="518254"/>
                </a:lnTo>
                <a:lnTo>
                  <a:pt x="124176" y="548598"/>
                </a:lnTo>
                <a:lnTo>
                  <a:pt x="163913" y="573288"/>
                </a:lnTo>
                <a:lnTo>
                  <a:pt x="207425" y="591697"/>
                </a:lnTo>
                <a:lnTo>
                  <a:pt x="254085" y="603201"/>
                </a:lnTo>
                <a:lnTo>
                  <a:pt x="303269" y="607175"/>
                </a:lnTo>
                <a:lnTo>
                  <a:pt x="352454" y="603201"/>
                </a:lnTo>
                <a:lnTo>
                  <a:pt x="399114" y="591697"/>
                </a:lnTo>
                <a:lnTo>
                  <a:pt x="442626" y="573288"/>
                </a:lnTo>
                <a:lnTo>
                  <a:pt x="482363" y="548598"/>
                </a:lnTo>
                <a:lnTo>
                  <a:pt x="517702" y="518254"/>
                </a:lnTo>
                <a:lnTo>
                  <a:pt x="548017" y="482879"/>
                </a:lnTo>
                <a:lnTo>
                  <a:pt x="572683" y="443101"/>
                </a:lnTo>
                <a:lnTo>
                  <a:pt x="591076" y="399542"/>
                </a:lnTo>
                <a:lnTo>
                  <a:pt x="602569" y="352829"/>
                </a:lnTo>
                <a:lnTo>
                  <a:pt x="606539" y="303587"/>
                </a:lnTo>
                <a:lnTo>
                  <a:pt x="602569" y="254342"/>
                </a:lnTo>
                <a:lnTo>
                  <a:pt x="591076" y="207628"/>
                </a:lnTo>
                <a:lnTo>
                  <a:pt x="572683" y="164069"/>
                </a:lnTo>
                <a:lnTo>
                  <a:pt x="548017" y="124290"/>
                </a:lnTo>
                <a:lnTo>
                  <a:pt x="517702" y="88916"/>
                </a:lnTo>
                <a:lnTo>
                  <a:pt x="482363" y="58573"/>
                </a:lnTo>
                <a:lnTo>
                  <a:pt x="442626" y="33884"/>
                </a:lnTo>
                <a:lnTo>
                  <a:pt x="399114" y="15476"/>
                </a:lnTo>
                <a:lnTo>
                  <a:pt x="352454" y="3973"/>
                </a:lnTo>
                <a:lnTo>
                  <a:pt x="303269" y="0"/>
                </a:lnTo>
                <a:close/>
              </a:path>
            </a:pathLst>
          </a:custGeom>
          <a:solidFill>
            <a:srgbClr val="A9D18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882397" y="933797"/>
            <a:ext cx="10427138" cy="0"/>
          </a:xfrm>
          <a:custGeom>
            <a:rect b="b" l="l" r="r" t="t"/>
            <a:pathLst>
              <a:path extrusionOk="0" h="120000" w="17339945">
                <a:moveTo>
                  <a:pt x="0" y="0"/>
                </a:moveTo>
                <a:lnTo>
                  <a:pt x="17339843" y="0"/>
                </a:lnTo>
              </a:path>
            </a:pathLst>
          </a:custGeom>
          <a:noFill/>
          <a:ln cap="flat" cmpd="sng" w="9525">
            <a:solidFill>
              <a:srgbClr val="538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9" name="Google Shape;269;p8"/>
          <p:cNvGrpSpPr/>
          <p:nvPr/>
        </p:nvGrpSpPr>
        <p:grpSpPr>
          <a:xfrm>
            <a:off x="4371818" y="4351034"/>
            <a:ext cx="1189076" cy="1189076"/>
            <a:chOff x="7184798" y="7235608"/>
            <a:chExt cx="1977389" cy="1977389"/>
          </a:xfrm>
        </p:grpSpPr>
        <p:sp>
          <p:nvSpPr>
            <p:cNvPr id="270" name="Google Shape;270;p8"/>
            <p:cNvSpPr/>
            <p:nvPr/>
          </p:nvSpPr>
          <p:spPr>
            <a:xfrm>
              <a:off x="7642682" y="7483222"/>
              <a:ext cx="1102995" cy="1501775"/>
            </a:xfrm>
            <a:custGeom>
              <a:rect b="b" l="l" r="r" t="t"/>
              <a:pathLst>
                <a:path extrusionOk="0" h="1501775" w="1102995">
                  <a:moveTo>
                    <a:pt x="1102829" y="1027125"/>
                  </a:moveTo>
                  <a:lnTo>
                    <a:pt x="1085913" y="1065911"/>
                  </a:lnTo>
                  <a:lnTo>
                    <a:pt x="1037983" y="1101255"/>
                  </a:lnTo>
                  <a:lnTo>
                    <a:pt x="984669" y="1124153"/>
                  </a:lnTo>
                  <a:lnTo>
                    <a:pt x="984669" y="1303667"/>
                  </a:lnTo>
                  <a:lnTo>
                    <a:pt x="981837" y="1319834"/>
                  </a:lnTo>
                  <a:lnTo>
                    <a:pt x="973836" y="1332306"/>
                  </a:lnTo>
                  <a:lnTo>
                    <a:pt x="961415" y="1340332"/>
                  </a:lnTo>
                  <a:lnTo>
                    <a:pt x="945286" y="1343164"/>
                  </a:lnTo>
                  <a:lnTo>
                    <a:pt x="929157" y="1340332"/>
                  </a:lnTo>
                  <a:lnTo>
                    <a:pt x="916736" y="1332306"/>
                  </a:lnTo>
                  <a:lnTo>
                    <a:pt x="908735" y="1319834"/>
                  </a:lnTo>
                  <a:lnTo>
                    <a:pt x="905903" y="1303667"/>
                  </a:lnTo>
                  <a:lnTo>
                    <a:pt x="908735" y="1287487"/>
                  </a:lnTo>
                  <a:lnTo>
                    <a:pt x="916736" y="1275016"/>
                  </a:lnTo>
                  <a:lnTo>
                    <a:pt x="929157" y="1267002"/>
                  </a:lnTo>
                  <a:lnTo>
                    <a:pt x="945286" y="1264158"/>
                  </a:lnTo>
                  <a:lnTo>
                    <a:pt x="961415" y="1267002"/>
                  </a:lnTo>
                  <a:lnTo>
                    <a:pt x="973836" y="1275016"/>
                  </a:lnTo>
                  <a:lnTo>
                    <a:pt x="981837" y="1287487"/>
                  </a:lnTo>
                  <a:lnTo>
                    <a:pt x="984669" y="1303667"/>
                  </a:lnTo>
                  <a:lnTo>
                    <a:pt x="984669" y="1124153"/>
                  </a:lnTo>
                  <a:lnTo>
                    <a:pt x="917130" y="1145146"/>
                  </a:lnTo>
                  <a:lnTo>
                    <a:pt x="865898" y="1156741"/>
                  </a:lnTo>
                  <a:lnTo>
                    <a:pt x="810082" y="1166558"/>
                  </a:lnTo>
                  <a:lnTo>
                    <a:pt x="750201" y="1174470"/>
                  </a:lnTo>
                  <a:lnTo>
                    <a:pt x="686777" y="1180299"/>
                  </a:lnTo>
                  <a:lnTo>
                    <a:pt x="620344" y="1183906"/>
                  </a:lnTo>
                  <a:lnTo>
                    <a:pt x="551421" y="1185151"/>
                  </a:lnTo>
                  <a:lnTo>
                    <a:pt x="482498" y="1183906"/>
                  </a:lnTo>
                  <a:lnTo>
                    <a:pt x="416064" y="1180299"/>
                  </a:lnTo>
                  <a:lnTo>
                    <a:pt x="352640" y="1174470"/>
                  </a:lnTo>
                  <a:lnTo>
                    <a:pt x="292747" y="1166558"/>
                  </a:lnTo>
                  <a:lnTo>
                    <a:pt x="236931" y="1156741"/>
                  </a:lnTo>
                  <a:lnTo>
                    <a:pt x="185699" y="1145146"/>
                  </a:lnTo>
                  <a:lnTo>
                    <a:pt x="139598" y="1131925"/>
                  </a:lnTo>
                  <a:lnTo>
                    <a:pt x="99136" y="1117244"/>
                  </a:lnTo>
                  <a:lnTo>
                    <a:pt x="37274" y="1084097"/>
                  </a:lnTo>
                  <a:lnTo>
                    <a:pt x="4318" y="1046873"/>
                  </a:lnTo>
                  <a:lnTo>
                    <a:pt x="0" y="1027125"/>
                  </a:lnTo>
                  <a:lnTo>
                    <a:pt x="0" y="1343164"/>
                  </a:lnTo>
                  <a:lnTo>
                    <a:pt x="16916" y="1381950"/>
                  </a:lnTo>
                  <a:lnTo>
                    <a:pt x="64858" y="1417294"/>
                  </a:lnTo>
                  <a:lnTo>
                    <a:pt x="139598" y="1447965"/>
                  </a:lnTo>
                  <a:lnTo>
                    <a:pt x="185699" y="1461185"/>
                  </a:lnTo>
                  <a:lnTo>
                    <a:pt x="236931" y="1472780"/>
                  </a:lnTo>
                  <a:lnTo>
                    <a:pt x="292747" y="1482598"/>
                  </a:lnTo>
                  <a:lnTo>
                    <a:pt x="352640" y="1490510"/>
                  </a:lnTo>
                  <a:lnTo>
                    <a:pt x="416064" y="1496339"/>
                  </a:lnTo>
                  <a:lnTo>
                    <a:pt x="482498" y="1499946"/>
                  </a:lnTo>
                  <a:lnTo>
                    <a:pt x="551421" y="1501190"/>
                  </a:lnTo>
                  <a:lnTo>
                    <a:pt x="620344" y="1499946"/>
                  </a:lnTo>
                  <a:lnTo>
                    <a:pt x="686777" y="1496339"/>
                  </a:lnTo>
                  <a:lnTo>
                    <a:pt x="750201" y="1490510"/>
                  </a:lnTo>
                  <a:lnTo>
                    <a:pt x="810082" y="1482598"/>
                  </a:lnTo>
                  <a:lnTo>
                    <a:pt x="865898" y="1472780"/>
                  </a:lnTo>
                  <a:lnTo>
                    <a:pt x="917130" y="1461185"/>
                  </a:lnTo>
                  <a:lnTo>
                    <a:pt x="963231" y="1447965"/>
                  </a:lnTo>
                  <a:lnTo>
                    <a:pt x="1003693" y="1433283"/>
                  </a:lnTo>
                  <a:lnTo>
                    <a:pt x="1065568" y="1400136"/>
                  </a:lnTo>
                  <a:lnTo>
                    <a:pt x="1098511" y="1362913"/>
                  </a:lnTo>
                  <a:lnTo>
                    <a:pt x="1102829" y="1343164"/>
                  </a:lnTo>
                  <a:lnTo>
                    <a:pt x="1102829" y="1264158"/>
                  </a:lnTo>
                  <a:lnTo>
                    <a:pt x="1102829" y="1185151"/>
                  </a:lnTo>
                  <a:lnTo>
                    <a:pt x="1102829" y="1027125"/>
                  </a:lnTo>
                  <a:close/>
                </a:path>
                <a:path extrusionOk="0" h="1501775" w="1102995">
                  <a:moveTo>
                    <a:pt x="1102829" y="632079"/>
                  </a:moveTo>
                  <a:lnTo>
                    <a:pt x="1085913" y="670864"/>
                  </a:lnTo>
                  <a:lnTo>
                    <a:pt x="1037983" y="706208"/>
                  </a:lnTo>
                  <a:lnTo>
                    <a:pt x="984669" y="729107"/>
                  </a:lnTo>
                  <a:lnTo>
                    <a:pt x="984669" y="908608"/>
                  </a:lnTo>
                  <a:lnTo>
                    <a:pt x="981837" y="924788"/>
                  </a:lnTo>
                  <a:lnTo>
                    <a:pt x="973836" y="937247"/>
                  </a:lnTo>
                  <a:lnTo>
                    <a:pt x="961415" y="945273"/>
                  </a:lnTo>
                  <a:lnTo>
                    <a:pt x="945286" y="948118"/>
                  </a:lnTo>
                  <a:lnTo>
                    <a:pt x="929157" y="945273"/>
                  </a:lnTo>
                  <a:lnTo>
                    <a:pt x="916736" y="937247"/>
                  </a:lnTo>
                  <a:lnTo>
                    <a:pt x="908735" y="924788"/>
                  </a:lnTo>
                  <a:lnTo>
                    <a:pt x="905903" y="908608"/>
                  </a:lnTo>
                  <a:lnTo>
                    <a:pt x="908735" y="892441"/>
                  </a:lnTo>
                  <a:lnTo>
                    <a:pt x="916736" y="879970"/>
                  </a:lnTo>
                  <a:lnTo>
                    <a:pt x="929157" y="871943"/>
                  </a:lnTo>
                  <a:lnTo>
                    <a:pt x="945286" y="869111"/>
                  </a:lnTo>
                  <a:lnTo>
                    <a:pt x="961415" y="871943"/>
                  </a:lnTo>
                  <a:lnTo>
                    <a:pt x="973836" y="879970"/>
                  </a:lnTo>
                  <a:lnTo>
                    <a:pt x="981837" y="892441"/>
                  </a:lnTo>
                  <a:lnTo>
                    <a:pt x="984669" y="908608"/>
                  </a:lnTo>
                  <a:lnTo>
                    <a:pt x="984669" y="729107"/>
                  </a:lnTo>
                  <a:lnTo>
                    <a:pt x="917130" y="750087"/>
                  </a:lnTo>
                  <a:lnTo>
                    <a:pt x="865898" y="761682"/>
                  </a:lnTo>
                  <a:lnTo>
                    <a:pt x="810082" y="771512"/>
                  </a:lnTo>
                  <a:lnTo>
                    <a:pt x="750201" y="779411"/>
                  </a:lnTo>
                  <a:lnTo>
                    <a:pt x="686777" y="785253"/>
                  </a:lnTo>
                  <a:lnTo>
                    <a:pt x="620344" y="788860"/>
                  </a:lnTo>
                  <a:lnTo>
                    <a:pt x="551421" y="790092"/>
                  </a:lnTo>
                  <a:lnTo>
                    <a:pt x="482498" y="788860"/>
                  </a:lnTo>
                  <a:lnTo>
                    <a:pt x="416064" y="785253"/>
                  </a:lnTo>
                  <a:lnTo>
                    <a:pt x="352640" y="779411"/>
                  </a:lnTo>
                  <a:lnTo>
                    <a:pt x="292747" y="771512"/>
                  </a:lnTo>
                  <a:lnTo>
                    <a:pt x="236931" y="761682"/>
                  </a:lnTo>
                  <a:lnTo>
                    <a:pt x="185699" y="750087"/>
                  </a:lnTo>
                  <a:lnTo>
                    <a:pt x="139598" y="736879"/>
                  </a:lnTo>
                  <a:lnTo>
                    <a:pt x="99136" y="722198"/>
                  </a:lnTo>
                  <a:lnTo>
                    <a:pt x="37274" y="689038"/>
                  </a:lnTo>
                  <a:lnTo>
                    <a:pt x="4318" y="651827"/>
                  </a:lnTo>
                  <a:lnTo>
                    <a:pt x="0" y="632079"/>
                  </a:lnTo>
                  <a:lnTo>
                    <a:pt x="0" y="948118"/>
                  </a:lnTo>
                  <a:lnTo>
                    <a:pt x="16916" y="986904"/>
                  </a:lnTo>
                  <a:lnTo>
                    <a:pt x="64858" y="1022248"/>
                  </a:lnTo>
                  <a:lnTo>
                    <a:pt x="139598" y="1052918"/>
                  </a:lnTo>
                  <a:lnTo>
                    <a:pt x="185699" y="1066126"/>
                  </a:lnTo>
                  <a:lnTo>
                    <a:pt x="236931" y="1077722"/>
                  </a:lnTo>
                  <a:lnTo>
                    <a:pt x="292747" y="1087551"/>
                  </a:lnTo>
                  <a:lnTo>
                    <a:pt x="352640" y="1095451"/>
                  </a:lnTo>
                  <a:lnTo>
                    <a:pt x="416064" y="1101293"/>
                  </a:lnTo>
                  <a:lnTo>
                    <a:pt x="482498" y="1104900"/>
                  </a:lnTo>
                  <a:lnTo>
                    <a:pt x="551421" y="1106131"/>
                  </a:lnTo>
                  <a:lnTo>
                    <a:pt x="620344" y="1104900"/>
                  </a:lnTo>
                  <a:lnTo>
                    <a:pt x="686777" y="1101293"/>
                  </a:lnTo>
                  <a:lnTo>
                    <a:pt x="750201" y="1095451"/>
                  </a:lnTo>
                  <a:lnTo>
                    <a:pt x="810082" y="1087551"/>
                  </a:lnTo>
                  <a:lnTo>
                    <a:pt x="865898" y="1077722"/>
                  </a:lnTo>
                  <a:lnTo>
                    <a:pt x="917130" y="1066126"/>
                  </a:lnTo>
                  <a:lnTo>
                    <a:pt x="963231" y="1052918"/>
                  </a:lnTo>
                  <a:lnTo>
                    <a:pt x="1003693" y="1038237"/>
                  </a:lnTo>
                  <a:lnTo>
                    <a:pt x="1065568" y="1005078"/>
                  </a:lnTo>
                  <a:lnTo>
                    <a:pt x="1098511" y="967867"/>
                  </a:lnTo>
                  <a:lnTo>
                    <a:pt x="1102829" y="948118"/>
                  </a:lnTo>
                  <a:lnTo>
                    <a:pt x="1102829" y="869111"/>
                  </a:lnTo>
                  <a:lnTo>
                    <a:pt x="1102829" y="790092"/>
                  </a:lnTo>
                  <a:lnTo>
                    <a:pt x="1102829" y="632079"/>
                  </a:lnTo>
                  <a:close/>
                </a:path>
                <a:path extrusionOk="0" h="1501775" w="1102995">
                  <a:moveTo>
                    <a:pt x="1102829" y="237020"/>
                  </a:moveTo>
                  <a:lnTo>
                    <a:pt x="1085913" y="275818"/>
                  </a:lnTo>
                  <a:lnTo>
                    <a:pt x="1037983" y="311150"/>
                  </a:lnTo>
                  <a:lnTo>
                    <a:pt x="984669" y="334060"/>
                  </a:lnTo>
                  <a:lnTo>
                    <a:pt x="984669" y="513562"/>
                  </a:lnTo>
                  <a:lnTo>
                    <a:pt x="981837" y="529729"/>
                  </a:lnTo>
                  <a:lnTo>
                    <a:pt x="973836" y="542201"/>
                  </a:lnTo>
                  <a:lnTo>
                    <a:pt x="961415" y="550227"/>
                  </a:lnTo>
                  <a:lnTo>
                    <a:pt x="945286" y="553072"/>
                  </a:lnTo>
                  <a:lnTo>
                    <a:pt x="929157" y="550227"/>
                  </a:lnTo>
                  <a:lnTo>
                    <a:pt x="916736" y="542201"/>
                  </a:lnTo>
                  <a:lnTo>
                    <a:pt x="908735" y="529729"/>
                  </a:lnTo>
                  <a:lnTo>
                    <a:pt x="905903" y="513562"/>
                  </a:lnTo>
                  <a:lnTo>
                    <a:pt x="908735" y="497382"/>
                  </a:lnTo>
                  <a:lnTo>
                    <a:pt x="916736" y="484924"/>
                  </a:lnTo>
                  <a:lnTo>
                    <a:pt x="929157" y="476897"/>
                  </a:lnTo>
                  <a:lnTo>
                    <a:pt x="945286" y="474052"/>
                  </a:lnTo>
                  <a:lnTo>
                    <a:pt x="961415" y="476897"/>
                  </a:lnTo>
                  <a:lnTo>
                    <a:pt x="973836" y="484924"/>
                  </a:lnTo>
                  <a:lnTo>
                    <a:pt x="981837" y="497382"/>
                  </a:lnTo>
                  <a:lnTo>
                    <a:pt x="984669" y="513562"/>
                  </a:lnTo>
                  <a:lnTo>
                    <a:pt x="984669" y="334060"/>
                  </a:lnTo>
                  <a:lnTo>
                    <a:pt x="917130" y="355041"/>
                  </a:lnTo>
                  <a:lnTo>
                    <a:pt x="865898" y="366636"/>
                  </a:lnTo>
                  <a:lnTo>
                    <a:pt x="810082" y="376466"/>
                  </a:lnTo>
                  <a:lnTo>
                    <a:pt x="750201" y="384365"/>
                  </a:lnTo>
                  <a:lnTo>
                    <a:pt x="686777" y="390194"/>
                  </a:lnTo>
                  <a:lnTo>
                    <a:pt x="620344" y="393814"/>
                  </a:lnTo>
                  <a:lnTo>
                    <a:pt x="551421" y="395046"/>
                  </a:lnTo>
                  <a:lnTo>
                    <a:pt x="482498" y="393814"/>
                  </a:lnTo>
                  <a:lnTo>
                    <a:pt x="416064" y="390194"/>
                  </a:lnTo>
                  <a:lnTo>
                    <a:pt x="352640" y="384365"/>
                  </a:lnTo>
                  <a:lnTo>
                    <a:pt x="292747" y="376466"/>
                  </a:lnTo>
                  <a:lnTo>
                    <a:pt x="236931" y="366636"/>
                  </a:lnTo>
                  <a:lnTo>
                    <a:pt x="185699" y="355041"/>
                  </a:lnTo>
                  <a:lnTo>
                    <a:pt x="139598" y="341833"/>
                  </a:lnTo>
                  <a:lnTo>
                    <a:pt x="99136" y="327152"/>
                  </a:lnTo>
                  <a:lnTo>
                    <a:pt x="37274" y="293992"/>
                  </a:lnTo>
                  <a:lnTo>
                    <a:pt x="4318" y="256781"/>
                  </a:lnTo>
                  <a:lnTo>
                    <a:pt x="0" y="237020"/>
                  </a:lnTo>
                  <a:lnTo>
                    <a:pt x="0" y="553072"/>
                  </a:lnTo>
                  <a:lnTo>
                    <a:pt x="16916" y="591858"/>
                  </a:lnTo>
                  <a:lnTo>
                    <a:pt x="64858" y="627189"/>
                  </a:lnTo>
                  <a:lnTo>
                    <a:pt x="139598" y="657872"/>
                  </a:lnTo>
                  <a:lnTo>
                    <a:pt x="185699" y="671080"/>
                  </a:lnTo>
                  <a:lnTo>
                    <a:pt x="236931" y="682675"/>
                  </a:lnTo>
                  <a:lnTo>
                    <a:pt x="292747" y="692505"/>
                  </a:lnTo>
                  <a:lnTo>
                    <a:pt x="352640" y="700405"/>
                  </a:lnTo>
                  <a:lnTo>
                    <a:pt x="416064" y="706234"/>
                  </a:lnTo>
                  <a:lnTo>
                    <a:pt x="482498" y="709853"/>
                  </a:lnTo>
                  <a:lnTo>
                    <a:pt x="551421" y="711085"/>
                  </a:lnTo>
                  <a:lnTo>
                    <a:pt x="620344" y="709853"/>
                  </a:lnTo>
                  <a:lnTo>
                    <a:pt x="686777" y="706234"/>
                  </a:lnTo>
                  <a:lnTo>
                    <a:pt x="750201" y="700405"/>
                  </a:lnTo>
                  <a:lnTo>
                    <a:pt x="810082" y="692505"/>
                  </a:lnTo>
                  <a:lnTo>
                    <a:pt x="865898" y="682675"/>
                  </a:lnTo>
                  <a:lnTo>
                    <a:pt x="917130" y="671080"/>
                  </a:lnTo>
                  <a:lnTo>
                    <a:pt x="963231" y="657872"/>
                  </a:lnTo>
                  <a:lnTo>
                    <a:pt x="1003693" y="643191"/>
                  </a:lnTo>
                  <a:lnTo>
                    <a:pt x="1065568" y="610031"/>
                  </a:lnTo>
                  <a:lnTo>
                    <a:pt x="1098511" y="572820"/>
                  </a:lnTo>
                  <a:lnTo>
                    <a:pt x="1102829" y="553072"/>
                  </a:lnTo>
                  <a:lnTo>
                    <a:pt x="1102829" y="474052"/>
                  </a:lnTo>
                  <a:lnTo>
                    <a:pt x="1102829" y="395046"/>
                  </a:lnTo>
                  <a:lnTo>
                    <a:pt x="1102829" y="237020"/>
                  </a:lnTo>
                  <a:close/>
                </a:path>
                <a:path extrusionOk="0" h="1501775" w="1102995">
                  <a:moveTo>
                    <a:pt x="1102829" y="158013"/>
                  </a:moveTo>
                  <a:lnTo>
                    <a:pt x="1085989" y="119100"/>
                  </a:lnTo>
                  <a:lnTo>
                    <a:pt x="1038225" y="83731"/>
                  </a:lnTo>
                  <a:lnTo>
                    <a:pt x="963663" y="53073"/>
                  </a:lnTo>
                  <a:lnTo>
                    <a:pt x="917625" y="39878"/>
                  </a:lnTo>
                  <a:lnTo>
                    <a:pt x="866444" y="28308"/>
                  </a:lnTo>
                  <a:lnTo>
                    <a:pt x="810641" y="18503"/>
                  </a:lnTo>
                  <a:lnTo>
                    <a:pt x="750709" y="10629"/>
                  </a:lnTo>
                  <a:lnTo>
                    <a:pt x="687184" y="4826"/>
                  </a:lnTo>
                  <a:lnTo>
                    <a:pt x="620585" y="1231"/>
                  </a:lnTo>
                  <a:lnTo>
                    <a:pt x="551421" y="0"/>
                  </a:lnTo>
                  <a:lnTo>
                    <a:pt x="482244" y="1231"/>
                  </a:lnTo>
                  <a:lnTo>
                    <a:pt x="415632" y="4826"/>
                  </a:lnTo>
                  <a:lnTo>
                    <a:pt x="352107" y="10629"/>
                  </a:lnTo>
                  <a:lnTo>
                    <a:pt x="292188" y="18503"/>
                  </a:lnTo>
                  <a:lnTo>
                    <a:pt x="236372" y="28308"/>
                  </a:lnTo>
                  <a:lnTo>
                    <a:pt x="185191" y="39878"/>
                  </a:lnTo>
                  <a:lnTo>
                    <a:pt x="139153" y="53073"/>
                  </a:lnTo>
                  <a:lnTo>
                    <a:pt x="98793" y="67729"/>
                  </a:lnTo>
                  <a:lnTo>
                    <a:pt x="37109" y="100901"/>
                  </a:lnTo>
                  <a:lnTo>
                    <a:pt x="4292" y="138188"/>
                  </a:lnTo>
                  <a:lnTo>
                    <a:pt x="0" y="158013"/>
                  </a:lnTo>
                  <a:lnTo>
                    <a:pt x="4292" y="177838"/>
                  </a:lnTo>
                  <a:lnTo>
                    <a:pt x="37109" y="215125"/>
                  </a:lnTo>
                  <a:lnTo>
                    <a:pt x="98793" y="248297"/>
                  </a:lnTo>
                  <a:lnTo>
                    <a:pt x="139153" y="262966"/>
                  </a:lnTo>
                  <a:lnTo>
                    <a:pt x="185191" y="276161"/>
                  </a:lnTo>
                  <a:lnTo>
                    <a:pt x="236372" y="287718"/>
                  </a:lnTo>
                  <a:lnTo>
                    <a:pt x="292188" y="297522"/>
                  </a:lnTo>
                  <a:lnTo>
                    <a:pt x="352107" y="305396"/>
                  </a:lnTo>
                  <a:lnTo>
                    <a:pt x="415632" y="311213"/>
                  </a:lnTo>
                  <a:lnTo>
                    <a:pt x="482244" y="314807"/>
                  </a:lnTo>
                  <a:lnTo>
                    <a:pt x="551421" y="316039"/>
                  </a:lnTo>
                  <a:lnTo>
                    <a:pt x="620585" y="314807"/>
                  </a:lnTo>
                  <a:lnTo>
                    <a:pt x="687184" y="311213"/>
                  </a:lnTo>
                  <a:lnTo>
                    <a:pt x="750709" y="305396"/>
                  </a:lnTo>
                  <a:lnTo>
                    <a:pt x="810641" y="297522"/>
                  </a:lnTo>
                  <a:lnTo>
                    <a:pt x="866444" y="287718"/>
                  </a:lnTo>
                  <a:lnTo>
                    <a:pt x="917625" y="276161"/>
                  </a:lnTo>
                  <a:lnTo>
                    <a:pt x="963663" y="262966"/>
                  </a:lnTo>
                  <a:lnTo>
                    <a:pt x="1004036" y="248297"/>
                  </a:lnTo>
                  <a:lnTo>
                    <a:pt x="1065720" y="215125"/>
                  </a:lnTo>
                  <a:lnTo>
                    <a:pt x="1098537" y="177838"/>
                  </a:lnTo>
                  <a:lnTo>
                    <a:pt x="1102829" y="158013"/>
                  </a:lnTo>
                  <a:close/>
                </a:path>
              </a:pathLst>
            </a:custGeom>
            <a:solidFill>
              <a:srgbClr val="00AF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7184798" y="7235608"/>
              <a:ext cx="1977389" cy="1977389"/>
            </a:xfrm>
            <a:custGeom>
              <a:rect b="b" l="l" r="r" t="t"/>
              <a:pathLst>
                <a:path extrusionOk="0" h="1977390" w="1977390">
                  <a:moveTo>
                    <a:pt x="0" y="988564"/>
                  </a:moveTo>
                  <a:lnTo>
                    <a:pt x="1139" y="940666"/>
                  </a:lnTo>
                  <a:lnTo>
                    <a:pt x="4525" y="893355"/>
                  </a:lnTo>
                  <a:lnTo>
                    <a:pt x="10103" y="846686"/>
                  </a:lnTo>
                  <a:lnTo>
                    <a:pt x="17824" y="800708"/>
                  </a:lnTo>
                  <a:lnTo>
                    <a:pt x="27635" y="755474"/>
                  </a:lnTo>
                  <a:lnTo>
                    <a:pt x="39483" y="711036"/>
                  </a:lnTo>
                  <a:lnTo>
                    <a:pt x="53319" y="667445"/>
                  </a:lnTo>
                  <a:lnTo>
                    <a:pt x="69088" y="624753"/>
                  </a:lnTo>
                  <a:lnTo>
                    <a:pt x="86741" y="583013"/>
                  </a:lnTo>
                  <a:lnTo>
                    <a:pt x="106225" y="542275"/>
                  </a:lnTo>
                  <a:lnTo>
                    <a:pt x="127488" y="502591"/>
                  </a:lnTo>
                  <a:lnTo>
                    <a:pt x="150479" y="464014"/>
                  </a:lnTo>
                  <a:lnTo>
                    <a:pt x="175146" y="426595"/>
                  </a:lnTo>
                  <a:lnTo>
                    <a:pt x="201437" y="390386"/>
                  </a:lnTo>
                  <a:lnTo>
                    <a:pt x="229299" y="355438"/>
                  </a:lnTo>
                  <a:lnTo>
                    <a:pt x="258683" y="321804"/>
                  </a:lnTo>
                  <a:lnTo>
                    <a:pt x="289535" y="289535"/>
                  </a:lnTo>
                  <a:lnTo>
                    <a:pt x="321804" y="258683"/>
                  </a:lnTo>
                  <a:lnTo>
                    <a:pt x="355438" y="229299"/>
                  </a:lnTo>
                  <a:lnTo>
                    <a:pt x="390386" y="201437"/>
                  </a:lnTo>
                  <a:lnTo>
                    <a:pt x="426595" y="175146"/>
                  </a:lnTo>
                  <a:lnTo>
                    <a:pt x="464014" y="150479"/>
                  </a:lnTo>
                  <a:lnTo>
                    <a:pt x="502591" y="127488"/>
                  </a:lnTo>
                  <a:lnTo>
                    <a:pt x="542275" y="106225"/>
                  </a:lnTo>
                  <a:lnTo>
                    <a:pt x="583013" y="86741"/>
                  </a:lnTo>
                  <a:lnTo>
                    <a:pt x="624753" y="69088"/>
                  </a:lnTo>
                  <a:lnTo>
                    <a:pt x="667445" y="53319"/>
                  </a:lnTo>
                  <a:lnTo>
                    <a:pt x="711036" y="39483"/>
                  </a:lnTo>
                  <a:lnTo>
                    <a:pt x="755474" y="27635"/>
                  </a:lnTo>
                  <a:lnTo>
                    <a:pt x="800708" y="17824"/>
                  </a:lnTo>
                  <a:lnTo>
                    <a:pt x="846686" y="10103"/>
                  </a:lnTo>
                  <a:lnTo>
                    <a:pt x="893355" y="4525"/>
                  </a:lnTo>
                  <a:lnTo>
                    <a:pt x="940666" y="1139"/>
                  </a:lnTo>
                  <a:lnTo>
                    <a:pt x="988564" y="0"/>
                  </a:lnTo>
                  <a:lnTo>
                    <a:pt x="1036463" y="1139"/>
                  </a:lnTo>
                  <a:lnTo>
                    <a:pt x="1083773" y="4525"/>
                  </a:lnTo>
                  <a:lnTo>
                    <a:pt x="1130443" y="10103"/>
                  </a:lnTo>
                  <a:lnTo>
                    <a:pt x="1176421" y="17824"/>
                  </a:lnTo>
                  <a:lnTo>
                    <a:pt x="1221655" y="27635"/>
                  </a:lnTo>
                  <a:lnTo>
                    <a:pt x="1266093" y="39483"/>
                  </a:lnTo>
                  <a:lnTo>
                    <a:pt x="1309684" y="53319"/>
                  </a:lnTo>
                  <a:lnTo>
                    <a:pt x="1352375" y="69088"/>
                  </a:lnTo>
                  <a:lnTo>
                    <a:pt x="1394116" y="86741"/>
                  </a:lnTo>
                  <a:lnTo>
                    <a:pt x="1434854" y="106225"/>
                  </a:lnTo>
                  <a:lnTo>
                    <a:pt x="1474537" y="127488"/>
                  </a:lnTo>
                  <a:lnTo>
                    <a:pt x="1513115" y="150479"/>
                  </a:lnTo>
                  <a:lnTo>
                    <a:pt x="1550534" y="175146"/>
                  </a:lnTo>
                  <a:lnTo>
                    <a:pt x="1586743" y="201437"/>
                  </a:lnTo>
                  <a:lnTo>
                    <a:pt x="1621690" y="229299"/>
                  </a:lnTo>
                  <a:lnTo>
                    <a:pt x="1655325" y="258683"/>
                  </a:lnTo>
                  <a:lnTo>
                    <a:pt x="1687594" y="289535"/>
                  </a:lnTo>
                  <a:lnTo>
                    <a:pt x="1718446" y="321804"/>
                  </a:lnTo>
                  <a:lnTo>
                    <a:pt x="1747829" y="355438"/>
                  </a:lnTo>
                  <a:lnTo>
                    <a:pt x="1775692" y="390386"/>
                  </a:lnTo>
                  <a:lnTo>
                    <a:pt x="1801983" y="426595"/>
                  </a:lnTo>
                  <a:lnTo>
                    <a:pt x="1826649" y="464014"/>
                  </a:lnTo>
                  <a:lnTo>
                    <a:pt x="1849640" y="502591"/>
                  </a:lnTo>
                  <a:lnTo>
                    <a:pt x="1870904" y="542275"/>
                  </a:lnTo>
                  <a:lnTo>
                    <a:pt x="1890387" y="583013"/>
                  </a:lnTo>
                  <a:lnTo>
                    <a:pt x="1908040" y="624753"/>
                  </a:lnTo>
                  <a:lnTo>
                    <a:pt x="1923810" y="667445"/>
                  </a:lnTo>
                  <a:lnTo>
                    <a:pt x="1937645" y="711036"/>
                  </a:lnTo>
                  <a:lnTo>
                    <a:pt x="1949494" y="755474"/>
                  </a:lnTo>
                  <a:lnTo>
                    <a:pt x="1959305" y="800708"/>
                  </a:lnTo>
                  <a:lnTo>
                    <a:pt x="1967025" y="846686"/>
                  </a:lnTo>
                  <a:lnTo>
                    <a:pt x="1972604" y="893355"/>
                  </a:lnTo>
                  <a:lnTo>
                    <a:pt x="1975989" y="940666"/>
                  </a:lnTo>
                  <a:lnTo>
                    <a:pt x="1977129" y="988564"/>
                  </a:lnTo>
                  <a:lnTo>
                    <a:pt x="1975989" y="1036463"/>
                  </a:lnTo>
                  <a:lnTo>
                    <a:pt x="1972604" y="1083773"/>
                  </a:lnTo>
                  <a:lnTo>
                    <a:pt x="1967025" y="1130443"/>
                  </a:lnTo>
                  <a:lnTo>
                    <a:pt x="1959305" y="1176421"/>
                  </a:lnTo>
                  <a:lnTo>
                    <a:pt x="1949494" y="1221655"/>
                  </a:lnTo>
                  <a:lnTo>
                    <a:pt x="1937645" y="1266093"/>
                  </a:lnTo>
                  <a:lnTo>
                    <a:pt x="1923810" y="1309684"/>
                  </a:lnTo>
                  <a:lnTo>
                    <a:pt x="1908040" y="1352375"/>
                  </a:lnTo>
                  <a:lnTo>
                    <a:pt x="1890387" y="1394116"/>
                  </a:lnTo>
                  <a:lnTo>
                    <a:pt x="1870904" y="1434854"/>
                  </a:lnTo>
                  <a:lnTo>
                    <a:pt x="1849640" y="1474537"/>
                  </a:lnTo>
                  <a:lnTo>
                    <a:pt x="1826649" y="1513115"/>
                  </a:lnTo>
                  <a:lnTo>
                    <a:pt x="1801983" y="1550534"/>
                  </a:lnTo>
                  <a:lnTo>
                    <a:pt x="1775692" y="1586743"/>
                  </a:lnTo>
                  <a:lnTo>
                    <a:pt x="1747829" y="1621690"/>
                  </a:lnTo>
                  <a:lnTo>
                    <a:pt x="1718446" y="1655325"/>
                  </a:lnTo>
                  <a:lnTo>
                    <a:pt x="1687594" y="1687594"/>
                  </a:lnTo>
                  <a:lnTo>
                    <a:pt x="1655325" y="1718446"/>
                  </a:lnTo>
                  <a:lnTo>
                    <a:pt x="1621690" y="1747829"/>
                  </a:lnTo>
                  <a:lnTo>
                    <a:pt x="1586743" y="1775692"/>
                  </a:lnTo>
                  <a:lnTo>
                    <a:pt x="1550534" y="1801983"/>
                  </a:lnTo>
                  <a:lnTo>
                    <a:pt x="1513115" y="1826649"/>
                  </a:lnTo>
                  <a:lnTo>
                    <a:pt x="1474537" y="1849640"/>
                  </a:lnTo>
                  <a:lnTo>
                    <a:pt x="1434854" y="1870904"/>
                  </a:lnTo>
                  <a:lnTo>
                    <a:pt x="1394116" y="1890387"/>
                  </a:lnTo>
                  <a:lnTo>
                    <a:pt x="1352375" y="1908040"/>
                  </a:lnTo>
                  <a:lnTo>
                    <a:pt x="1309684" y="1923810"/>
                  </a:lnTo>
                  <a:lnTo>
                    <a:pt x="1266093" y="1937645"/>
                  </a:lnTo>
                  <a:lnTo>
                    <a:pt x="1221655" y="1949494"/>
                  </a:lnTo>
                  <a:lnTo>
                    <a:pt x="1176421" y="1959305"/>
                  </a:lnTo>
                  <a:lnTo>
                    <a:pt x="1130443" y="1967025"/>
                  </a:lnTo>
                  <a:lnTo>
                    <a:pt x="1083773" y="1972604"/>
                  </a:lnTo>
                  <a:lnTo>
                    <a:pt x="1036463" y="1975989"/>
                  </a:lnTo>
                  <a:lnTo>
                    <a:pt x="988564" y="1977129"/>
                  </a:lnTo>
                  <a:lnTo>
                    <a:pt x="940666" y="1975989"/>
                  </a:lnTo>
                  <a:lnTo>
                    <a:pt x="893355" y="1972604"/>
                  </a:lnTo>
                  <a:lnTo>
                    <a:pt x="846686" y="1967025"/>
                  </a:lnTo>
                  <a:lnTo>
                    <a:pt x="800708" y="1959305"/>
                  </a:lnTo>
                  <a:lnTo>
                    <a:pt x="755474" y="1949494"/>
                  </a:lnTo>
                  <a:lnTo>
                    <a:pt x="711036" y="1937645"/>
                  </a:lnTo>
                  <a:lnTo>
                    <a:pt x="667445" y="1923810"/>
                  </a:lnTo>
                  <a:lnTo>
                    <a:pt x="624753" y="1908040"/>
                  </a:lnTo>
                  <a:lnTo>
                    <a:pt x="583013" y="1890387"/>
                  </a:lnTo>
                  <a:lnTo>
                    <a:pt x="542275" y="1870904"/>
                  </a:lnTo>
                  <a:lnTo>
                    <a:pt x="502591" y="1849640"/>
                  </a:lnTo>
                  <a:lnTo>
                    <a:pt x="464014" y="1826649"/>
                  </a:lnTo>
                  <a:lnTo>
                    <a:pt x="426595" y="1801983"/>
                  </a:lnTo>
                  <a:lnTo>
                    <a:pt x="390386" y="1775692"/>
                  </a:lnTo>
                  <a:lnTo>
                    <a:pt x="355438" y="1747829"/>
                  </a:lnTo>
                  <a:lnTo>
                    <a:pt x="321804" y="1718446"/>
                  </a:lnTo>
                  <a:lnTo>
                    <a:pt x="289535" y="1687594"/>
                  </a:lnTo>
                  <a:lnTo>
                    <a:pt x="258683" y="1655325"/>
                  </a:lnTo>
                  <a:lnTo>
                    <a:pt x="229299" y="1621690"/>
                  </a:lnTo>
                  <a:lnTo>
                    <a:pt x="201437" y="1586743"/>
                  </a:lnTo>
                  <a:lnTo>
                    <a:pt x="175146" y="1550534"/>
                  </a:lnTo>
                  <a:lnTo>
                    <a:pt x="150479" y="1513115"/>
                  </a:lnTo>
                  <a:lnTo>
                    <a:pt x="127488" y="1474537"/>
                  </a:lnTo>
                  <a:lnTo>
                    <a:pt x="106225" y="1434854"/>
                  </a:lnTo>
                  <a:lnTo>
                    <a:pt x="86741" y="1394116"/>
                  </a:lnTo>
                  <a:lnTo>
                    <a:pt x="69088" y="1352375"/>
                  </a:lnTo>
                  <a:lnTo>
                    <a:pt x="53319" y="1309684"/>
                  </a:lnTo>
                  <a:lnTo>
                    <a:pt x="39483" y="1266093"/>
                  </a:lnTo>
                  <a:lnTo>
                    <a:pt x="27635" y="1221655"/>
                  </a:lnTo>
                  <a:lnTo>
                    <a:pt x="17824" y="1176421"/>
                  </a:lnTo>
                  <a:lnTo>
                    <a:pt x="10103" y="1130443"/>
                  </a:lnTo>
                  <a:lnTo>
                    <a:pt x="4525" y="1083773"/>
                  </a:lnTo>
                  <a:lnTo>
                    <a:pt x="1139" y="1036463"/>
                  </a:lnTo>
                  <a:lnTo>
                    <a:pt x="0" y="988564"/>
                  </a:lnTo>
                  <a:close/>
                </a:path>
              </a:pathLst>
            </a:custGeom>
            <a:noFill/>
            <a:ln cap="flat" cmpd="sng" w="10575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8"/>
          <p:cNvSpPr txBox="1"/>
          <p:nvPr/>
        </p:nvSpPr>
        <p:spPr>
          <a:xfrm>
            <a:off x="920718" y="334182"/>
            <a:ext cx="10021997" cy="281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5">
            <a:spAutoFit/>
          </a:bodyPr>
          <a:lstStyle/>
          <a:p>
            <a:pPr indent="0" lvl="0" marL="327988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Getting familiar with MongoDB</a:t>
            </a:r>
            <a:endParaRPr sz="2405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226041" lvl="0" marL="233676" marR="0" rtl="0" algn="l">
              <a:spcBef>
                <a:spcPts val="2982"/>
              </a:spcBef>
              <a:spcAft>
                <a:spcPts val="0"/>
              </a:spcAft>
              <a:buClr>
                <a:schemeClr val="dk1"/>
              </a:buClr>
              <a:buSzPts val="2706"/>
              <a:buFont typeface="Arial"/>
              <a:buChar char="•"/>
            </a:pPr>
            <a:r>
              <a:rPr lang="en-US" sz="2706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MongoDB is a NoSQL document-based database</a:t>
            </a:r>
            <a:endParaRPr sz="2706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041" lvl="0" marL="233294" marR="3055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706"/>
              <a:buFont typeface="Arial"/>
              <a:buChar char="•"/>
            </a:pPr>
            <a:r>
              <a:rPr lang="en-US" sz="2706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 a MongoDB cluster, there can be multiple databases, in 	each databases there can be multiple collections 	(imagine as Table in SQL) and each collections contains 	multiple documents (imagine rows of records).</a:t>
            </a:r>
            <a:endParaRPr sz="2706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804550" y="3958165"/>
            <a:ext cx="399795" cy="1520903"/>
          </a:xfrm>
          <a:custGeom>
            <a:rect b="b" l="l" r="r" t="t"/>
            <a:pathLst>
              <a:path extrusionOk="0" h="2529204" w="664844">
                <a:moveTo>
                  <a:pt x="584416" y="0"/>
                </a:moveTo>
                <a:lnTo>
                  <a:pt x="550331" y="0"/>
                </a:lnTo>
                <a:lnTo>
                  <a:pt x="508471" y="1847"/>
                </a:lnTo>
                <a:lnTo>
                  <a:pt x="470531" y="7396"/>
                </a:lnTo>
                <a:lnTo>
                  <a:pt x="406371" y="29638"/>
                </a:lnTo>
                <a:lnTo>
                  <a:pt x="355958" y="66727"/>
                </a:lnTo>
                <a:lnTo>
                  <a:pt x="317454" y="118661"/>
                </a:lnTo>
                <a:lnTo>
                  <a:pt x="289972" y="185349"/>
                </a:lnTo>
                <a:lnTo>
                  <a:pt x="280136" y="224290"/>
                </a:lnTo>
                <a:lnTo>
                  <a:pt x="272890" y="266962"/>
                </a:lnTo>
                <a:lnTo>
                  <a:pt x="268649" y="304915"/>
                </a:lnTo>
                <a:lnTo>
                  <a:pt x="265332" y="347634"/>
                </a:lnTo>
                <a:lnTo>
                  <a:pt x="262951" y="395109"/>
                </a:lnTo>
                <a:lnTo>
                  <a:pt x="261515" y="447329"/>
                </a:lnTo>
                <a:lnTo>
                  <a:pt x="261034" y="504285"/>
                </a:lnTo>
                <a:lnTo>
                  <a:pt x="261034" y="769765"/>
                </a:lnTo>
                <a:lnTo>
                  <a:pt x="259552" y="830967"/>
                </a:lnTo>
                <a:lnTo>
                  <a:pt x="255106" y="887020"/>
                </a:lnTo>
                <a:lnTo>
                  <a:pt x="247696" y="937927"/>
                </a:lnTo>
                <a:lnTo>
                  <a:pt x="237323" y="983691"/>
                </a:lnTo>
                <a:lnTo>
                  <a:pt x="223985" y="1024316"/>
                </a:lnTo>
                <a:lnTo>
                  <a:pt x="207684" y="1059804"/>
                </a:lnTo>
                <a:lnTo>
                  <a:pt x="177236" y="1103686"/>
                </a:lnTo>
                <a:lnTo>
                  <a:pt x="139395" y="1136733"/>
                </a:lnTo>
                <a:lnTo>
                  <a:pt x="94151" y="1158942"/>
                </a:lnTo>
                <a:lnTo>
                  <a:pt x="41494" y="1170315"/>
                </a:lnTo>
                <a:lnTo>
                  <a:pt x="32602" y="1171267"/>
                </a:lnTo>
                <a:lnTo>
                  <a:pt x="25404" y="1172961"/>
                </a:lnTo>
                <a:lnTo>
                  <a:pt x="848" y="1210934"/>
                </a:lnTo>
                <a:lnTo>
                  <a:pt x="0" y="1239966"/>
                </a:lnTo>
                <a:lnTo>
                  <a:pt x="529" y="1248117"/>
                </a:lnTo>
                <a:lnTo>
                  <a:pt x="25404" y="1288976"/>
                </a:lnTo>
                <a:lnTo>
                  <a:pt x="41494" y="1291940"/>
                </a:lnTo>
                <a:lnTo>
                  <a:pt x="69439" y="1295733"/>
                </a:lnTo>
                <a:lnTo>
                  <a:pt x="119137" y="1312765"/>
                </a:lnTo>
                <a:lnTo>
                  <a:pt x="160758" y="1342065"/>
                </a:lnTo>
                <a:lnTo>
                  <a:pt x="194895" y="1381370"/>
                </a:lnTo>
                <a:lnTo>
                  <a:pt x="221628" y="1430198"/>
                </a:lnTo>
                <a:lnTo>
                  <a:pt x="241274" y="1487676"/>
                </a:lnTo>
                <a:lnTo>
                  <a:pt x="253934" y="1555138"/>
                </a:lnTo>
                <a:lnTo>
                  <a:pt x="257872" y="1595766"/>
                </a:lnTo>
                <a:lnTo>
                  <a:pt x="260242" y="1641514"/>
                </a:lnTo>
                <a:lnTo>
                  <a:pt x="261034" y="1692384"/>
                </a:lnTo>
                <a:lnTo>
                  <a:pt x="261034" y="2024657"/>
                </a:lnTo>
                <a:lnTo>
                  <a:pt x="261479" y="2082123"/>
                </a:lnTo>
                <a:lnTo>
                  <a:pt x="262812" y="2134736"/>
                </a:lnTo>
                <a:lnTo>
                  <a:pt x="265035" y="2182497"/>
                </a:lnTo>
                <a:lnTo>
                  <a:pt x="268147" y="2225406"/>
                </a:lnTo>
                <a:lnTo>
                  <a:pt x="272149" y="2263463"/>
                </a:lnTo>
                <a:lnTo>
                  <a:pt x="279014" y="2306034"/>
                </a:lnTo>
                <a:lnTo>
                  <a:pt x="288490" y="2344824"/>
                </a:lnTo>
                <a:lnTo>
                  <a:pt x="315231" y="2411022"/>
                </a:lnTo>
                <a:lnTo>
                  <a:pt x="353166" y="2462388"/>
                </a:lnTo>
                <a:lnTo>
                  <a:pt x="403407" y="2499304"/>
                </a:lnTo>
                <a:lnTo>
                  <a:pt x="468335" y="2521546"/>
                </a:lnTo>
                <a:lnTo>
                  <a:pt x="507204" y="2527095"/>
                </a:lnTo>
                <a:lnTo>
                  <a:pt x="550331" y="2528943"/>
                </a:lnTo>
                <a:lnTo>
                  <a:pt x="594105" y="2528763"/>
                </a:lnTo>
                <a:lnTo>
                  <a:pt x="602385" y="2528215"/>
                </a:lnTo>
                <a:lnTo>
                  <a:pt x="611498" y="2527291"/>
                </a:lnTo>
                <a:lnTo>
                  <a:pt x="621465" y="2525979"/>
                </a:lnTo>
                <a:lnTo>
                  <a:pt x="627393" y="2525979"/>
                </a:lnTo>
                <a:lnTo>
                  <a:pt x="659572" y="2498034"/>
                </a:lnTo>
                <a:lnTo>
                  <a:pt x="664547" y="2460773"/>
                </a:lnTo>
                <a:lnTo>
                  <a:pt x="664352" y="2452199"/>
                </a:lnTo>
                <a:lnTo>
                  <a:pt x="656608" y="2414727"/>
                </a:lnTo>
                <a:lnTo>
                  <a:pt x="627393" y="2392498"/>
                </a:lnTo>
                <a:lnTo>
                  <a:pt x="554777" y="2392498"/>
                </a:lnTo>
                <a:lnTo>
                  <a:pt x="537586" y="2391664"/>
                </a:lnTo>
                <a:lnTo>
                  <a:pt x="493911" y="2379160"/>
                </a:lnTo>
                <a:lnTo>
                  <a:pt x="461133" y="2344953"/>
                </a:lnTo>
                <a:lnTo>
                  <a:pt x="444756" y="2306097"/>
                </a:lnTo>
                <a:lnTo>
                  <a:pt x="432530" y="2252313"/>
                </a:lnTo>
                <a:lnTo>
                  <a:pt x="424369" y="2180725"/>
                </a:lnTo>
                <a:lnTo>
                  <a:pt x="421825" y="2132734"/>
                </a:lnTo>
                <a:lnTo>
                  <a:pt x="420314" y="2075771"/>
                </a:lnTo>
                <a:lnTo>
                  <a:pt x="419814" y="2009838"/>
                </a:lnTo>
                <a:lnTo>
                  <a:pt x="419814" y="1708685"/>
                </a:lnTo>
                <a:lnTo>
                  <a:pt x="419159" y="1657305"/>
                </a:lnTo>
                <a:lnTo>
                  <a:pt x="417194" y="1609884"/>
                </a:lnTo>
                <a:lnTo>
                  <a:pt x="413919" y="1566453"/>
                </a:lnTo>
                <a:lnTo>
                  <a:pt x="409335" y="1527041"/>
                </a:lnTo>
                <a:lnTo>
                  <a:pt x="394899" y="1455656"/>
                </a:lnTo>
                <a:lnTo>
                  <a:pt x="372286" y="1391336"/>
                </a:lnTo>
                <a:lnTo>
                  <a:pt x="340768" y="1334970"/>
                </a:lnTo>
                <a:lnTo>
                  <a:pt x="299565" y="1287494"/>
                </a:lnTo>
                <a:lnTo>
                  <a:pt x="246942" y="1251861"/>
                </a:lnTo>
                <a:lnTo>
                  <a:pt x="180903" y="1231074"/>
                </a:lnTo>
                <a:lnTo>
                  <a:pt x="215595" y="1222558"/>
                </a:lnTo>
                <a:lnTo>
                  <a:pt x="274935" y="1194411"/>
                </a:lnTo>
                <a:lnTo>
                  <a:pt x="321377" y="1152134"/>
                </a:lnTo>
                <a:lnTo>
                  <a:pt x="357738" y="1100213"/>
                </a:lnTo>
                <a:lnTo>
                  <a:pt x="384610" y="1039622"/>
                </a:lnTo>
                <a:lnTo>
                  <a:pt x="403144" y="971750"/>
                </a:lnTo>
                <a:lnTo>
                  <a:pt x="413919" y="895756"/>
                </a:lnTo>
                <a:lnTo>
                  <a:pt x="417194" y="852318"/>
                </a:lnTo>
                <a:lnTo>
                  <a:pt x="419159" y="804890"/>
                </a:lnTo>
                <a:lnTo>
                  <a:pt x="419814" y="753464"/>
                </a:lnTo>
                <a:lnTo>
                  <a:pt x="419814" y="519105"/>
                </a:lnTo>
                <a:lnTo>
                  <a:pt x="420314" y="453171"/>
                </a:lnTo>
                <a:lnTo>
                  <a:pt x="421825" y="396209"/>
                </a:lnTo>
                <a:lnTo>
                  <a:pt x="424369" y="348217"/>
                </a:lnTo>
                <a:lnTo>
                  <a:pt x="427965" y="309197"/>
                </a:lnTo>
                <a:lnTo>
                  <a:pt x="438127" y="247842"/>
                </a:lnTo>
                <a:lnTo>
                  <a:pt x="452417" y="201650"/>
                </a:lnTo>
                <a:lnTo>
                  <a:pt x="481861" y="158020"/>
                </a:lnTo>
                <a:lnTo>
                  <a:pt x="521724" y="139779"/>
                </a:lnTo>
                <a:lnTo>
                  <a:pt x="554777" y="136445"/>
                </a:lnTo>
                <a:lnTo>
                  <a:pt x="625487" y="136445"/>
                </a:lnTo>
                <a:lnTo>
                  <a:pt x="631838" y="135174"/>
                </a:lnTo>
                <a:lnTo>
                  <a:pt x="659572" y="107017"/>
                </a:lnTo>
                <a:lnTo>
                  <a:pt x="664547" y="68169"/>
                </a:lnTo>
                <a:lnTo>
                  <a:pt x="664352" y="60230"/>
                </a:lnTo>
                <a:lnTo>
                  <a:pt x="648669" y="14290"/>
                </a:lnTo>
                <a:lnTo>
                  <a:pt x="625487" y="2963"/>
                </a:lnTo>
                <a:lnTo>
                  <a:pt x="618501" y="2963"/>
                </a:lnTo>
                <a:lnTo>
                  <a:pt x="608040" y="1652"/>
                </a:lnTo>
                <a:lnTo>
                  <a:pt x="598878" y="727"/>
                </a:lnTo>
                <a:lnTo>
                  <a:pt x="591007" y="180"/>
                </a:lnTo>
                <a:lnTo>
                  <a:pt x="584416" y="0"/>
                </a:lnTo>
                <a:close/>
              </a:path>
            </a:pathLst>
          </a:custGeom>
          <a:solidFill>
            <a:srgbClr val="00AF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1323579" y="4703801"/>
            <a:ext cx="426525" cy="89353"/>
          </a:xfrm>
          <a:custGeom>
            <a:rect b="b" l="l" r="r" t="t"/>
            <a:pathLst>
              <a:path extrusionOk="0" h="148590" w="709294">
                <a:moveTo>
                  <a:pt x="671851" y="0"/>
                </a:moveTo>
                <a:lnTo>
                  <a:pt x="44458" y="0"/>
                </a:lnTo>
                <a:lnTo>
                  <a:pt x="35207" y="1028"/>
                </a:lnTo>
                <a:lnTo>
                  <a:pt x="3122" y="38940"/>
                </a:lnTo>
                <a:lnTo>
                  <a:pt x="0" y="74203"/>
                </a:lnTo>
                <a:lnTo>
                  <a:pt x="777" y="93370"/>
                </a:lnTo>
                <a:lnTo>
                  <a:pt x="12596" y="131999"/>
                </a:lnTo>
                <a:lnTo>
                  <a:pt x="44458" y="148300"/>
                </a:lnTo>
                <a:lnTo>
                  <a:pt x="665923" y="148300"/>
                </a:lnTo>
                <a:lnTo>
                  <a:pt x="702307" y="123251"/>
                </a:lnTo>
                <a:lnTo>
                  <a:pt x="709006" y="74203"/>
                </a:lnTo>
                <a:lnTo>
                  <a:pt x="708810" y="64221"/>
                </a:lnTo>
                <a:lnTo>
                  <a:pt x="701067" y="22229"/>
                </a:lnTo>
                <a:lnTo>
                  <a:pt x="671851" y="0"/>
                </a:lnTo>
                <a:close/>
              </a:path>
            </a:pathLst>
          </a:custGeom>
          <a:solidFill>
            <a:srgbClr val="00AF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1927269" y="3958165"/>
            <a:ext cx="402468" cy="1520903"/>
          </a:xfrm>
          <a:custGeom>
            <a:rect b="b" l="l" r="r" t="t"/>
            <a:pathLst>
              <a:path extrusionOk="0" h="2529204" w="669289">
                <a:moveTo>
                  <a:pt x="118661" y="0"/>
                </a:moveTo>
                <a:lnTo>
                  <a:pt x="76988" y="180"/>
                </a:lnTo>
                <a:lnTo>
                  <a:pt x="69148" y="727"/>
                </a:lnTo>
                <a:lnTo>
                  <a:pt x="60316" y="1652"/>
                </a:lnTo>
                <a:lnTo>
                  <a:pt x="50492" y="2963"/>
                </a:lnTo>
                <a:lnTo>
                  <a:pt x="41600" y="2963"/>
                </a:lnTo>
                <a:lnTo>
                  <a:pt x="8150" y="24134"/>
                </a:lnTo>
                <a:lnTo>
                  <a:pt x="0" y="68169"/>
                </a:lnTo>
                <a:lnTo>
                  <a:pt x="195" y="76742"/>
                </a:lnTo>
                <a:lnTo>
                  <a:pt x="8150" y="114215"/>
                </a:lnTo>
                <a:lnTo>
                  <a:pt x="41600" y="136445"/>
                </a:lnTo>
                <a:lnTo>
                  <a:pt x="112733" y="136445"/>
                </a:lnTo>
                <a:lnTo>
                  <a:pt x="129880" y="137278"/>
                </a:lnTo>
                <a:lnTo>
                  <a:pt x="173599" y="149782"/>
                </a:lnTo>
                <a:lnTo>
                  <a:pt x="206362" y="183945"/>
                </a:lnTo>
                <a:lnTo>
                  <a:pt x="222755" y="222846"/>
                </a:lnTo>
                <a:lnTo>
                  <a:pt x="234981" y="276629"/>
                </a:lnTo>
                <a:lnTo>
                  <a:pt x="243141" y="348217"/>
                </a:lnTo>
                <a:lnTo>
                  <a:pt x="245685" y="396209"/>
                </a:lnTo>
                <a:lnTo>
                  <a:pt x="247197" y="453171"/>
                </a:lnTo>
                <a:lnTo>
                  <a:pt x="247696" y="519105"/>
                </a:lnTo>
                <a:lnTo>
                  <a:pt x="247696" y="820257"/>
                </a:lnTo>
                <a:lnTo>
                  <a:pt x="248350" y="870984"/>
                </a:lnTo>
                <a:lnTo>
                  <a:pt x="250303" y="916452"/>
                </a:lnTo>
                <a:lnTo>
                  <a:pt x="253546" y="956640"/>
                </a:lnTo>
                <a:lnTo>
                  <a:pt x="264322" y="1022805"/>
                </a:lnTo>
                <a:lnTo>
                  <a:pt x="282899" y="1079562"/>
                </a:lnTo>
                <a:lnTo>
                  <a:pt x="309813" y="1128402"/>
                </a:lnTo>
                <a:lnTo>
                  <a:pt x="346491" y="1168848"/>
                </a:lnTo>
                <a:lnTo>
                  <a:pt x="393511" y="1200663"/>
                </a:lnTo>
                <a:lnTo>
                  <a:pt x="452462" y="1223253"/>
                </a:lnTo>
                <a:lnTo>
                  <a:pt x="486502" y="1231074"/>
                </a:lnTo>
                <a:lnTo>
                  <a:pt x="452462" y="1240246"/>
                </a:lnTo>
                <a:lnTo>
                  <a:pt x="393511" y="1273632"/>
                </a:lnTo>
                <a:lnTo>
                  <a:pt x="346491" y="1325795"/>
                </a:lnTo>
                <a:lnTo>
                  <a:pt x="309813" y="1389191"/>
                </a:lnTo>
                <a:lnTo>
                  <a:pt x="295225" y="1424680"/>
                </a:lnTo>
                <a:lnTo>
                  <a:pt x="282899" y="1462111"/>
                </a:lnTo>
                <a:lnTo>
                  <a:pt x="272598" y="1501040"/>
                </a:lnTo>
                <a:lnTo>
                  <a:pt x="264322" y="1541458"/>
                </a:lnTo>
                <a:lnTo>
                  <a:pt x="258070" y="1583355"/>
                </a:lnTo>
                <a:lnTo>
                  <a:pt x="253546" y="1627337"/>
                </a:lnTo>
                <a:lnTo>
                  <a:pt x="250303" y="1674018"/>
                </a:lnTo>
                <a:lnTo>
                  <a:pt x="248350" y="1723399"/>
                </a:lnTo>
                <a:lnTo>
                  <a:pt x="247696" y="1775478"/>
                </a:lnTo>
                <a:lnTo>
                  <a:pt x="247696" y="2009838"/>
                </a:lnTo>
                <a:lnTo>
                  <a:pt x="247197" y="2075771"/>
                </a:lnTo>
                <a:lnTo>
                  <a:pt x="245685" y="2132734"/>
                </a:lnTo>
                <a:lnTo>
                  <a:pt x="243141" y="2180725"/>
                </a:lnTo>
                <a:lnTo>
                  <a:pt x="239546" y="2219745"/>
                </a:lnTo>
                <a:lnTo>
                  <a:pt x="229384" y="2281100"/>
                </a:lnTo>
                <a:lnTo>
                  <a:pt x="215094" y="2327292"/>
                </a:lnTo>
                <a:lnTo>
                  <a:pt x="185605" y="2370907"/>
                </a:lnTo>
                <a:lnTo>
                  <a:pt x="145746" y="2389163"/>
                </a:lnTo>
                <a:lnTo>
                  <a:pt x="112733" y="2392498"/>
                </a:lnTo>
                <a:lnTo>
                  <a:pt x="38636" y="2392498"/>
                </a:lnTo>
                <a:lnTo>
                  <a:pt x="32920" y="2393768"/>
                </a:lnTo>
                <a:lnTo>
                  <a:pt x="6245" y="2421925"/>
                </a:lnTo>
                <a:lnTo>
                  <a:pt x="0" y="2460773"/>
                </a:lnTo>
                <a:lnTo>
                  <a:pt x="236" y="2468668"/>
                </a:lnTo>
                <a:lnTo>
                  <a:pt x="17359" y="2514653"/>
                </a:lnTo>
                <a:lnTo>
                  <a:pt x="38636" y="2525979"/>
                </a:lnTo>
                <a:lnTo>
                  <a:pt x="44564" y="2525979"/>
                </a:lnTo>
                <a:lnTo>
                  <a:pt x="57011" y="2527291"/>
                </a:lnTo>
                <a:lnTo>
                  <a:pt x="67693" y="2528215"/>
                </a:lnTo>
                <a:lnTo>
                  <a:pt x="76627" y="2528763"/>
                </a:lnTo>
                <a:lnTo>
                  <a:pt x="83835" y="2528943"/>
                </a:lnTo>
                <a:lnTo>
                  <a:pt x="118661" y="2528943"/>
                </a:lnTo>
                <a:lnTo>
                  <a:pt x="160460" y="2527095"/>
                </a:lnTo>
                <a:lnTo>
                  <a:pt x="198369" y="2521546"/>
                </a:lnTo>
                <a:lnTo>
                  <a:pt x="262516" y="2499304"/>
                </a:lnTo>
                <a:lnTo>
                  <a:pt x="312770" y="2462216"/>
                </a:lnTo>
                <a:lnTo>
                  <a:pt x="350798" y="2410281"/>
                </a:lnTo>
                <a:lnTo>
                  <a:pt x="377883" y="2343554"/>
                </a:lnTo>
                <a:lnTo>
                  <a:pt x="387818" y="2304608"/>
                </a:lnTo>
                <a:lnTo>
                  <a:pt x="395362" y="2261981"/>
                </a:lnTo>
                <a:lnTo>
                  <a:pt x="399883" y="2223987"/>
                </a:lnTo>
                <a:lnTo>
                  <a:pt x="403408" y="2181263"/>
                </a:lnTo>
                <a:lnTo>
                  <a:pt x="405933" y="2133803"/>
                </a:lnTo>
                <a:lnTo>
                  <a:pt x="407451" y="2081603"/>
                </a:lnTo>
                <a:lnTo>
                  <a:pt x="407958" y="2024657"/>
                </a:lnTo>
                <a:lnTo>
                  <a:pt x="407958" y="1759177"/>
                </a:lnTo>
                <a:lnTo>
                  <a:pt x="408556" y="1706300"/>
                </a:lnTo>
                <a:lnTo>
                  <a:pt x="410353" y="1657531"/>
                </a:lnTo>
                <a:lnTo>
                  <a:pt x="413362" y="1612851"/>
                </a:lnTo>
                <a:lnTo>
                  <a:pt x="417591" y="1572240"/>
                </a:lnTo>
                <a:lnTo>
                  <a:pt x="431074" y="1499016"/>
                </a:lnTo>
                <a:lnTo>
                  <a:pt x="452417" y="1433572"/>
                </a:lnTo>
                <a:lnTo>
                  <a:pt x="481897" y="1377576"/>
                </a:lnTo>
                <a:lnTo>
                  <a:pt x="519951" y="1332694"/>
                </a:lnTo>
                <a:lnTo>
                  <a:pt x="567969" y="1302102"/>
                </a:lnTo>
                <a:lnTo>
                  <a:pt x="635332" y="1287918"/>
                </a:lnTo>
                <a:lnTo>
                  <a:pt x="642000" y="1286224"/>
                </a:lnTo>
                <a:lnTo>
                  <a:pt x="666770" y="1254786"/>
                </a:lnTo>
                <a:lnTo>
                  <a:pt x="668993" y="1228111"/>
                </a:lnTo>
                <a:lnTo>
                  <a:pt x="668993" y="1219219"/>
                </a:lnTo>
                <a:lnTo>
                  <a:pt x="657137" y="1180371"/>
                </a:lnTo>
                <a:lnTo>
                  <a:pt x="635332" y="1168833"/>
                </a:lnTo>
                <a:lnTo>
                  <a:pt x="627498" y="1168833"/>
                </a:lnTo>
                <a:lnTo>
                  <a:pt x="599553" y="1165040"/>
                </a:lnTo>
                <a:lnTo>
                  <a:pt x="549855" y="1152771"/>
                </a:lnTo>
                <a:lnTo>
                  <a:pt x="508235" y="1133936"/>
                </a:lnTo>
                <a:lnTo>
                  <a:pt x="474097" y="1106510"/>
                </a:lnTo>
                <a:lnTo>
                  <a:pt x="447364" y="1070109"/>
                </a:lnTo>
                <a:lnTo>
                  <a:pt x="427718" y="1024497"/>
                </a:lnTo>
                <a:lnTo>
                  <a:pt x="415014" y="967538"/>
                </a:lnTo>
                <a:lnTo>
                  <a:pt x="408736" y="886689"/>
                </a:lnTo>
                <a:lnTo>
                  <a:pt x="407958" y="836559"/>
                </a:lnTo>
                <a:lnTo>
                  <a:pt x="407958" y="504285"/>
                </a:lnTo>
                <a:lnTo>
                  <a:pt x="407477" y="446769"/>
                </a:lnTo>
                <a:lnTo>
                  <a:pt x="406041" y="394130"/>
                </a:lnTo>
                <a:lnTo>
                  <a:pt x="403660" y="346369"/>
                </a:lnTo>
                <a:lnTo>
                  <a:pt x="400344" y="303485"/>
                </a:lnTo>
                <a:lnTo>
                  <a:pt x="396103" y="265480"/>
                </a:lnTo>
                <a:lnTo>
                  <a:pt x="388898" y="222864"/>
                </a:lnTo>
                <a:lnTo>
                  <a:pt x="379193" y="184079"/>
                </a:lnTo>
                <a:lnTo>
                  <a:pt x="352280" y="117920"/>
                </a:lnTo>
                <a:lnTo>
                  <a:pt x="314252" y="66555"/>
                </a:lnTo>
                <a:lnTo>
                  <a:pt x="263998" y="29638"/>
                </a:lnTo>
                <a:lnTo>
                  <a:pt x="199507" y="7396"/>
                </a:lnTo>
                <a:lnTo>
                  <a:pt x="161138" y="1847"/>
                </a:lnTo>
                <a:lnTo>
                  <a:pt x="118661" y="0"/>
                </a:lnTo>
                <a:close/>
              </a:path>
            </a:pathLst>
          </a:custGeom>
          <a:solidFill>
            <a:srgbClr val="00AF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1174441" y="5834098"/>
            <a:ext cx="825938" cy="285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5">
            <a:spAutoFit/>
          </a:bodyPr>
          <a:lstStyle/>
          <a:p>
            <a:pPr indent="0" lvl="0" marL="763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4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Cluster</a:t>
            </a:r>
            <a:endParaRPr sz="1804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3477718" y="3332401"/>
            <a:ext cx="663271" cy="903072"/>
          </a:xfrm>
          <a:custGeom>
            <a:rect b="b" l="l" r="r" t="t"/>
            <a:pathLst>
              <a:path extrusionOk="0" h="1501775" w="1102995">
                <a:moveTo>
                  <a:pt x="1102829" y="1027125"/>
                </a:moveTo>
                <a:lnTo>
                  <a:pt x="1085913" y="1065923"/>
                </a:lnTo>
                <a:lnTo>
                  <a:pt x="1037983" y="1101255"/>
                </a:lnTo>
                <a:lnTo>
                  <a:pt x="984669" y="1124165"/>
                </a:lnTo>
                <a:lnTo>
                  <a:pt x="984669" y="1303667"/>
                </a:lnTo>
                <a:lnTo>
                  <a:pt x="981837" y="1319834"/>
                </a:lnTo>
                <a:lnTo>
                  <a:pt x="973836" y="1332306"/>
                </a:lnTo>
                <a:lnTo>
                  <a:pt x="961415" y="1340332"/>
                </a:lnTo>
                <a:lnTo>
                  <a:pt x="945286" y="1343164"/>
                </a:lnTo>
                <a:lnTo>
                  <a:pt x="929157" y="1340332"/>
                </a:lnTo>
                <a:lnTo>
                  <a:pt x="916736" y="1332306"/>
                </a:lnTo>
                <a:lnTo>
                  <a:pt x="908735" y="1319834"/>
                </a:lnTo>
                <a:lnTo>
                  <a:pt x="905903" y="1303667"/>
                </a:lnTo>
                <a:lnTo>
                  <a:pt x="908735" y="1287487"/>
                </a:lnTo>
                <a:lnTo>
                  <a:pt x="916736" y="1275016"/>
                </a:lnTo>
                <a:lnTo>
                  <a:pt x="929157" y="1267002"/>
                </a:lnTo>
                <a:lnTo>
                  <a:pt x="945286" y="1264158"/>
                </a:lnTo>
                <a:lnTo>
                  <a:pt x="961415" y="1267002"/>
                </a:lnTo>
                <a:lnTo>
                  <a:pt x="973836" y="1275029"/>
                </a:lnTo>
                <a:lnTo>
                  <a:pt x="981837" y="1287487"/>
                </a:lnTo>
                <a:lnTo>
                  <a:pt x="984669" y="1303667"/>
                </a:lnTo>
                <a:lnTo>
                  <a:pt x="984669" y="1124165"/>
                </a:lnTo>
                <a:lnTo>
                  <a:pt x="917130" y="1145146"/>
                </a:lnTo>
                <a:lnTo>
                  <a:pt x="865898" y="1156741"/>
                </a:lnTo>
                <a:lnTo>
                  <a:pt x="810082" y="1166558"/>
                </a:lnTo>
                <a:lnTo>
                  <a:pt x="750201" y="1174470"/>
                </a:lnTo>
                <a:lnTo>
                  <a:pt x="686777" y="1180299"/>
                </a:lnTo>
                <a:lnTo>
                  <a:pt x="620344" y="1183906"/>
                </a:lnTo>
                <a:lnTo>
                  <a:pt x="551421" y="1185151"/>
                </a:lnTo>
                <a:lnTo>
                  <a:pt x="482498" y="1183906"/>
                </a:lnTo>
                <a:lnTo>
                  <a:pt x="416064" y="1180299"/>
                </a:lnTo>
                <a:lnTo>
                  <a:pt x="352640" y="1174470"/>
                </a:lnTo>
                <a:lnTo>
                  <a:pt x="292747" y="1166558"/>
                </a:lnTo>
                <a:lnTo>
                  <a:pt x="236931" y="1156741"/>
                </a:lnTo>
                <a:lnTo>
                  <a:pt x="185699" y="1145146"/>
                </a:lnTo>
                <a:lnTo>
                  <a:pt x="139598" y="1131925"/>
                </a:lnTo>
                <a:lnTo>
                  <a:pt x="99136" y="1117257"/>
                </a:lnTo>
                <a:lnTo>
                  <a:pt x="37274" y="1084097"/>
                </a:lnTo>
                <a:lnTo>
                  <a:pt x="4318" y="1046873"/>
                </a:lnTo>
                <a:lnTo>
                  <a:pt x="0" y="1027125"/>
                </a:lnTo>
                <a:lnTo>
                  <a:pt x="0" y="1343164"/>
                </a:lnTo>
                <a:lnTo>
                  <a:pt x="16916" y="1381963"/>
                </a:lnTo>
                <a:lnTo>
                  <a:pt x="64858" y="1417294"/>
                </a:lnTo>
                <a:lnTo>
                  <a:pt x="139598" y="1447965"/>
                </a:lnTo>
                <a:lnTo>
                  <a:pt x="185699" y="1461185"/>
                </a:lnTo>
                <a:lnTo>
                  <a:pt x="236931" y="1472780"/>
                </a:lnTo>
                <a:lnTo>
                  <a:pt x="292747" y="1482598"/>
                </a:lnTo>
                <a:lnTo>
                  <a:pt x="352640" y="1490510"/>
                </a:lnTo>
                <a:lnTo>
                  <a:pt x="416064" y="1496339"/>
                </a:lnTo>
                <a:lnTo>
                  <a:pt x="482498" y="1499946"/>
                </a:lnTo>
                <a:lnTo>
                  <a:pt x="551421" y="1501190"/>
                </a:lnTo>
                <a:lnTo>
                  <a:pt x="620344" y="1499946"/>
                </a:lnTo>
                <a:lnTo>
                  <a:pt x="686777" y="1496339"/>
                </a:lnTo>
                <a:lnTo>
                  <a:pt x="750201" y="1490510"/>
                </a:lnTo>
                <a:lnTo>
                  <a:pt x="810082" y="1482598"/>
                </a:lnTo>
                <a:lnTo>
                  <a:pt x="865898" y="1472780"/>
                </a:lnTo>
                <a:lnTo>
                  <a:pt x="917130" y="1461185"/>
                </a:lnTo>
                <a:lnTo>
                  <a:pt x="963231" y="1447965"/>
                </a:lnTo>
                <a:lnTo>
                  <a:pt x="1003693" y="1433283"/>
                </a:lnTo>
                <a:lnTo>
                  <a:pt x="1065568" y="1400136"/>
                </a:lnTo>
                <a:lnTo>
                  <a:pt x="1098511" y="1362913"/>
                </a:lnTo>
                <a:lnTo>
                  <a:pt x="1102829" y="1343164"/>
                </a:lnTo>
                <a:lnTo>
                  <a:pt x="1102829" y="1264158"/>
                </a:lnTo>
                <a:lnTo>
                  <a:pt x="1102829" y="1185151"/>
                </a:lnTo>
                <a:lnTo>
                  <a:pt x="1102829" y="1027125"/>
                </a:lnTo>
                <a:close/>
              </a:path>
              <a:path extrusionOk="0" h="1501775" w="1102995">
                <a:moveTo>
                  <a:pt x="1102829" y="632079"/>
                </a:moveTo>
                <a:lnTo>
                  <a:pt x="1085913" y="670864"/>
                </a:lnTo>
                <a:lnTo>
                  <a:pt x="1037983" y="706208"/>
                </a:lnTo>
                <a:lnTo>
                  <a:pt x="984669" y="729107"/>
                </a:lnTo>
                <a:lnTo>
                  <a:pt x="984669" y="908608"/>
                </a:lnTo>
                <a:lnTo>
                  <a:pt x="981837" y="924788"/>
                </a:lnTo>
                <a:lnTo>
                  <a:pt x="973836" y="937260"/>
                </a:lnTo>
                <a:lnTo>
                  <a:pt x="961415" y="945273"/>
                </a:lnTo>
                <a:lnTo>
                  <a:pt x="945286" y="948118"/>
                </a:lnTo>
                <a:lnTo>
                  <a:pt x="929157" y="945273"/>
                </a:lnTo>
                <a:lnTo>
                  <a:pt x="916736" y="937260"/>
                </a:lnTo>
                <a:lnTo>
                  <a:pt x="908735" y="924788"/>
                </a:lnTo>
                <a:lnTo>
                  <a:pt x="905903" y="908608"/>
                </a:lnTo>
                <a:lnTo>
                  <a:pt x="908735" y="892441"/>
                </a:lnTo>
                <a:lnTo>
                  <a:pt x="916736" y="879970"/>
                </a:lnTo>
                <a:lnTo>
                  <a:pt x="929157" y="871943"/>
                </a:lnTo>
                <a:lnTo>
                  <a:pt x="945286" y="869111"/>
                </a:lnTo>
                <a:lnTo>
                  <a:pt x="961415" y="871943"/>
                </a:lnTo>
                <a:lnTo>
                  <a:pt x="973836" y="879970"/>
                </a:lnTo>
                <a:lnTo>
                  <a:pt x="981837" y="892441"/>
                </a:lnTo>
                <a:lnTo>
                  <a:pt x="984669" y="908608"/>
                </a:lnTo>
                <a:lnTo>
                  <a:pt x="984669" y="729107"/>
                </a:lnTo>
                <a:lnTo>
                  <a:pt x="917130" y="750087"/>
                </a:lnTo>
                <a:lnTo>
                  <a:pt x="865898" y="761682"/>
                </a:lnTo>
                <a:lnTo>
                  <a:pt x="810082" y="771512"/>
                </a:lnTo>
                <a:lnTo>
                  <a:pt x="750201" y="779411"/>
                </a:lnTo>
                <a:lnTo>
                  <a:pt x="686777" y="785253"/>
                </a:lnTo>
                <a:lnTo>
                  <a:pt x="620344" y="788860"/>
                </a:lnTo>
                <a:lnTo>
                  <a:pt x="551421" y="790092"/>
                </a:lnTo>
                <a:lnTo>
                  <a:pt x="482498" y="788860"/>
                </a:lnTo>
                <a:lnTo>
                  <a:pt x="416064" y="785253"/>
                </a:lnTo>
                <a:lnTo>
                  <a:pt x="352640" y="779411"/>
                </a:lnTo>
                <a:lnTo>
                  <a:pt x="292747" y="771512"/>
                </a:lnTo>
                <a:lnTo>
                  <a:pt x="236931" y="761682"/>
                </a:lnTo>
                <a:lnTo>
                  <a:pt x="185699" y="750087"/>
                </a:lnTo>
                <a:lnTo>
                  <a:pt x="139598" y="736879"/>
                </a:lnTo>
                <a:lnTo>
                  <a:pt x="99136" y="722198"/>
                </a:lnTo>
                <a:lnTo>
                  <a:pt x="37274" y="689038"/>
                </a:lnTo>
                <a:lnTo>
                  <a:pt x="4318" y="651827"/>
                </a:lnTo>
                <a:lnTo>
                  <a:pt x="0" y="632079"/>
                </a:lnTo>
                <a:lnTo>
                  <a:pt x="0" y="948118"/>
                </a:lnTo>
                <a:lnTo>
                  <a:pt x="16916" y="986904"/>
                </a:lnTo>
                <a:lnTo>
                  <a:pt x="64858" y="1022248"/>
                </a:lnTo>
                <a:lnTo>
                  <a:pt x="139598" y="1052918"/>
                </a:lnTo>
                <a:lnTo>
                  <a:pt x="185699" y="1066139"/>
                </a:lnTo>
                <a:lnTo>
                  <a:pt x="236931" y="1077722"/>
                </a:lnTo>
                <a:lnTo>
                  <a:pt x="292747" y="1087551"/>
                </a:lnTo>
                <a:lnTo>
                  <a:pt x="352640" y="1095451"/>
                </a:lnTo>
                <a:lnTo>
                  <a:pt x="416064" y="1101293"/>
                </a:lnTo>
                <a:lnTo>
                  <a:pt x="482498" y="1104900"/>
                </a:lnTo>
                <a:lnTo>
                  <a:pt x="551421" y="1106144"/>
                </a:lnTo>
                <a:lnTo>
                  <a:pt x="620344" y="1104900"/>
                </a:lnTo>
                <a:lnTo>
                  <a:pt x="686777" y="1101293"/>
                </a:lnTo>
                <a:lnTo>
                  <a:pt x="750201" y="1095451"/>
                </a:lnTo>
                <a:lnTo>
                  <a:pt x="810082" y="1087551"/>
                </a:lnTo>
                <a:lnTo>
                  <a:pt x="865898" y="1077722"/>
                </a:lnTo>
                <a:lnTo>
                  <a:pt x="917130" y="1066139"/>
                </a:lnTo>
                <a:lnTo>
                  <a:pt x="963231" y="1052918"/>
                </a:lnTo>
                <a:lnTo>
                  <a:pt x="1003693" y="1038237"/>
                </a:lnTo>
                <a:lnTo>
                  <a:pt x="1065568" y="1005078"/>
                </a:lnTo>
                <a:lnTo>
                  <a:pt x="1098511" y="967867"/>
                </a:lnTo>
                <a:lnTo>
                  <a:pt x="1102829" y="948118"/>
                </a:lnTo>
                <a:lnTo>
                  <a:pt x="1102829" y="869111"/>
                </a:lnTo>
                <a:lnTo>
                  <a:pt x="1102829" y="790092"/>
                </a:lnTo>
                <a:lnTo>
                  <a:pt x="1102829" y="632079"/>
                </a:lnTo>
                <a:close/>
              </a:path>
              <a:path extrusionOk="0" h="1501775" w="1102995">
                <a:moveTo>
                  <a:pt x="1102829" y="237020"/>
                </a:moveTo>
                <a:lnTo>
                  <a:pt x="1085913" y="275818"/>
                </a:lnTo>
                <a:lnTo>
                  <a:pt x="1037983" y="311150"/>
                </a:lnTo>
                <a:lnTo>
                  <a:pt x="984669" y="334060"/>
                </a:lnTo>
                <a:lnTo>
                  <a:pt x="984669" y="513562"/>
                </a:lnTo>
                <a:lnTo>
                  <a:pt x="981837" y="529729"/>
                </a:lnTo>
                <a:lnTo>
                  <a:pt x="973836" y="542201"/>
                </a:lnTo>
                <a:lnTo>
                  <a:pt x="961415" y="550227"/>
                </a:lnTo>
                <a:lnTo>
                  <a:pt x="945286" y="553072"/>
                </a:lnTo>
                <a:lnTo>
                  <a:pt x="929157" y="550227"/>
                </a:lnTo>
                <a:lnTo>
                  <a:pt x="916736" y="542201"/>
                </a:lnTo>
                <a:lnTo>
                  <a:pt x="908735" y="529729"/>
                </a:lnTo>
                <a:lnTo>
                  <a:pt x="905903" y="513562"/>
                </a:lnTo>
                <a:lnTo>
                  <a:pt x="908735" y="497395"/>
                </a:lnTo>
                <a:lnTo>
                  <a:pt x="916736" y="484924"/>
                </a:lnTo>
                <a:lnTo>
                  <a:pt x="929157" y="476897"/>
                </a:lnTo>
                <a:lnTo>
                  <a:pt x="945286" y="474052"/>
                </a:lnTo>
                <a:lnTo>
                  <a:pt x="961415" y="476897"/>
                </a:lnTo>
                <a:lnTo>
                  <a:pt x="973836" y="484924"/>
                </a:lnTo>
                <a:lnTo>
                  <a:pt x="981837" y="497395"/>
                </a:lnTo>
                <a:lnTo>
                  <a:pt x="984669" y="513562"/>
                </a:lnTo>
                <a:lnTo>
                  <a:pt x="984669" y="334060"/>
                </a:lnTo>
                <a:lnTo>
                  <a:pt x="917130" y="355041"/>
                </a:lnTo>
                <a:lnTo>
                  <a:pt x="865898" y="366636"/>
                </a:lnTo>
                <a:lnTo>
                  <a:pt x="810082" y="376466"/>
                </a:lnTo>
                <a:lnTo>
                  <a:pt x="750201" y="384365"/>
                </a:lnTo>
                <a:lnTo>
                  <a:pt x="686777" y="390194"/>
                </a:lnTo>
                <a:lnTo>
                  <a:pt x="620344" y="393814"/>
                </a:lnTo>
                <a:lnTo>
                  <a:pt x="551421" y="395046"/>
                </a:lnTo>
                <a:lnTo>
                  <a:pt x="482498" y="393814"/>
                </a:lnTo>
                <a:lnTo>
                  <a:pt x="416064" y="390194"/>
                </a:lnTo>
                <a:lnTo>
                  <a:pt x="352640" y="384365"/>
                </a:lnTo>
                <a:lnTo>
                  <a:pt x="292747" y="376466"/>
                </a:lnTo>
                <a:lnTo>
                  <a:pt x="236931" y="366636"/>
                </a:lnTo>
                <a:lnTo>
                  <a:pt x="185699" y="355041"/>
                </a:lnTo>
                <a:lnTo>
                  <a:pt x="139598" y="341833"/>
                </a:lnTo>
                <a:lnTo>
                  <a:pt x="99136" y="327152"/>
                </a:lnTo>
                <a:lnTo>
                  <a:pt x="37274" y="293992"/>
                </a:lnTo>
                <a:lnTo>
                  <a:pt x="4318" y="256781"/>
                </a:lnTo>
                <a:lnTo>
                  <a:pt x="0" y="237020"/>
                </a:lnTo>
                <a:lnTo>
                  <a:pt x="0" y="553072"/>
                </a:lnTo>
                <a:lnTo>
                  <a:pt x="16916" y="591858"/>
                </a:lnTo>
                <a:lnTo>
                  <a:pt x="64858" y="627189"/>
                </a:lnTo>
                <a:lnTo>
                  <a:pt x="139598" y="657872"/>
                </a:lnTo>
                <a:lnTo>
                  <a:pt x="185699" y="671080"/>
                </a:lnTo>
                <a:lnTo>
                  <a:pt x="236931" y="682675"/>
                </a:lnTo>
                <a:lnTo>
                  <a:pt x="292747" y="692505"/>
                </a:lnTo>
                <a:lnTo>
                  <a:pt x="352640" y="700405"/>
                </a:lnTo>
                <a:lnTo>
                  <a:pt x="416064" y="706234"/>
                </a:lnTo>
                <a:lnTo>
                  <a:pt x="482498" y="709853"/>
                </a:lnTo>
                <a:lnTo>
                  <a:pt x="551421" y="711085"/>
                </a:lnTo>
                <a:lnTo>
                  <a:pt x="620344" y="709853"/>
                </a:lnTo>
                <a:lnTo>
                  <a:pt x="686777" y="706234"/>
                </a:lnTo>
                <a:lnTo>
                  <a:pt x="750201" y="700405"/>
                </a:lnTo>
                <a:lnTo>
                  <a:pt x="810082" y="692505"/>
                </a:lnTo>
                <a:lnTo>
                  <a:pt x="865898" y="682675"/>
                </a:lnTo>
                <a:lnTo>
                  <a:pt x="917130" y="671080"/>
                </a:lnTo>
                <a:lnTo>
                  <a:pt x="963231" y="657872"/>
                </a:lnTo>
                <a:lnTo>
                  <a:pt x="1003693" y="643191"/>
                </a:lnTo>
                <a:lnTo>
                  <a:pt x="1065568" y="610031"/>
                </a:lnTo>
                <a:lnTo>
                  <a:pt x="1098511" y="572820"/>
                </a:lnTo>
                <a:lnTo>
                  <a:pt x="1102829" y="553072"/>
                </a:lnTo>
                <a:lnTo>
                  <a:pt x="1102829" y="474052"/>
                </a:lnTo>
                <a:lnTo>
                  <a:pt x="1102829" y="395046"/>
                </a:lnTo>
                <a:lnTo>
                  <a:pt x="1102829" y="237020"/>
                </a:lnTo>
                <a:close/>
              </a:path>
              <a:path extrusionOk="0" h="1501775" w="1102995">
                <a:moveTo>
                  <a:pt x="1102829" y="158013"/>
                </a:moveTo>
                <a:lnTo>
                  <a:pt x="1085989" y="119100"/>
                </a:lnTo>
                <a:lnTo>
                  <a:pt x="1038225" y="83731"/>
                </a:lnTo>
                <a:lnTo>
                  <a:pt x="963663" y="53073"/>
                </a:lnTo>
                <a:lnTo>
                  <a:pt x="917625" y="39878"/>
                </a:lnTo>
                <a:lnTo>
                  <a:pt x="866444" y="28308"/>
                </a:lnTo>
                <a:lnTo>
                  <a:pt x="810641" y="18503"/>
                </a:lnTo>
                <a:lnTo>
                  <a:pt x="750709" y="10629"/>
                </a:lnTo>
                <a:lnTo>
                  <a:pt x="687184" y="4826"/>
                </a:lnTo>
                <a:lnTo>
                  <a:pt x="620585" y="1231"/>
                </a:lnTo>
                <a:lnTo>
                  <a:pt x="551421" y="0"/>
                </a:lnTo>
                <a:lnTo>
                  <a:pt x="482244" y="1231"/>
                </a:lnTo>
                <a:lnTo>
                  <a:pt x="415632" y="4826"/>
                </a:lnTo>
                <a:lnTo>
                  <a:pt x="352107" y="10629"/>
                </a:lnTo>
                <a:lnTo>
                  <a:pt x="292188" y="18503"/>
                </a:lnTo>
                <a:lnTo>
                  <a:pt x="236372" y="28308"/>
                </a:lnTo>
                <a:lnTo>
                  <a:pt x="185191" y="39878"/>
                </a:lnTo>
                <a:lnTo>
                  <a:pt x="139153" y="53073"/>
                </a:lnTo>
                <a:lnTo>
                  <a:pt x="98793" y="67729"/>
                </a:lnTo>
                <a:lnTo>
                  <a:pt x="37109" y="100901"/>
                </a:lnTo>
                <a:lnTo>
                  <a:pt x="4292" y="138188"/>
                </a:lnTo>
                <a:lnTo>
                  <a:pt x="0" y="158013"/>
                </a:lnTo>
                <a:lnTo>
                  <a:pt x="4292" y="177838"/>
                </a:lnTo>
                <a:lnTo>
                  <a:pt x="37109" y="215125"/>
                </a:lnTo>
                <a:lnTo>
                  <a:pt x="98793" y="248297"/>
                </a:lnTo>
                <a:lnTo>
                  <a:pt x="139153" y="262966"/>
                </a:lnTo>
                <a:lnTo>
                  <a:pt x="185191" y="276161"/>
                </a:lnTo>
                <a:lnTo>
                  <a:pt x="236372" y="287718"/>
                </a:lnTo>
                <a:lnTo>
                  <a:pt x="292188" y="297522"/>
                </a:lnTo>
                <a:lnTo>
                  <a:pt x="352107" y="305396"/>
                </a:lnTo>
                <a:lnTo>
                  <a:pt x="415632" y="311213"/>
                </a:lnTo>
                <a:lnTo>
                  <a:pt x="482244" y="314807"/>
                </a:lnTo>
                <a:lnTo>
                  <a:pt x="551421" y="316039"/>
                </a:lnTo>
                <a:lnTo>
                  <a:pt x="620585" y="314807"/>
                </a:lnTo>
                <a:lnTo>
                  <a:pt x="687184" y="311213"/>
                </a:lnTo>
                <a:lnTo>
                  <a:pt x="750709" y="305396"/>
                </a:lnTo>
                <a:lnTo>
                  <a:pt x="810641" y="297522"/>
                </a:lnTo>
                <a:lnTo>
                  <a:pt x="866444" y="287718"/>
                </a:lnTo>
                <a:lnTo>
                  <a:pt x="917625" y="276161"/>
                </a:lnTo>
                <a:lnTo>
                  <a:pt x="963663" y="262966"/>
                </a:lnTo>
                <a:lnTo>
                  <a:pt x="1004036" y="248297"/>
                </a:lnTo>
                <a:lnTo>
                  <a:pt x="1065720" y="215125"/>
                </a:lnTo>
                <a:lnTo>
                  <a:pt x="1098537" y="177838"/>
                </a:lnTo>
                <a:lnTo>
                  <a:pt x="1102829" y="158013"/>
                </a:lnTo>
                <a:close/>
              </a:path>
            </a:pathLst>
          </a:custGeom>
          <a:solidFill>
            <a:srgbClr val="00AF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648687" y="3346147"/>
            <a:ext cx="663271" cy="903072"/>
          </a:xfrm>
          <a:custGeom>
            <a:rect b="b" l="l" r="r" t="t"/>
            <a:pathLst>
              <a:path extrusionOk="0" h="1501775" w="1102995">
                <a:moveTo>
                  <a:pt x="1102829" y="1027137"/>
                </a:moveTo>
                <a:lnTo>
                  <a:pt x="1085913" y="1065923"/>
                </a:lnTo>
                <a:lnTo>
                  <a:pt x="1037983" y="1101255"/>
                </a:lnTo>
                <a:lnTo>
                  <a:pt x="984669" y="1124165"/>
                </a:lnTo>
                <a:lnTo>
                  <a:pt x="984669" y="1303667"/>
                </a:lnTo>
                <a:lnTo>
                  <a:pt x="981837" y="1319834"/>
                </a:lnTo>
                <a:lnTo>
                  <a:pt x="973848" y="1332306"/>
                </a:lnTo>
                <a:lnTo>
                  <a:pt x="961415" y="1340332"/>
                </a:lnTo>
                <a:lnTo>
                  <a:pt x="945286" y="1343177"/>
                </a:lnTo>
                <a:lnTo>
                  <a:pt x="929157" y="1340332"/>
                </a:lnTo>
                <a:lnTo>
                  <a:pt x="916736" y="1332306"/>
                </a:lnTo>
                <a:lnTo>
                  <a:pt x="908735" y="1319834"/>
                </a:lnTo>
                <a:lnTo>
                  <a:pt x="905903" y="1303667"/>
                </a:lnTo>
                <a:lnTo>
                  <a:pt x="908735" y="1287500"/>
                </a:lnTo>
                <a:lnTo>
                  <a:pt x="916736" y="1275029"/>
                </a:lnTo>
                <a:lnTo>
                  <a:pt x="929157" y="1267002"/>
                </a:lnTo>
                <a:lnTo>
                  <a:pt x="945286" y="1264158"/>
                </a:lnTo>
                <a:lnTo>
                  <a:pt x="961415" y="1267002"/>
                </a:lnTo>
                <a:lnTo>
                  <a:pt x="973848" y="1275029"/>
                </a:lnTo>
                <a:lnTo>
                  <a:pt x="981837" y="1287500"/>
                </a:lnTo>
                <a:lnTo>
                  <a:pt x="984669" y="1303667"/>
                </a:lnTo>
                <a:lnTo>
                  <a:pt x="984669" y="1124165"/>
                </a:lnTo>
                <a:lnTo>
                  <a:pt x="917130" y="1145146"/>
                </a:lnTo>
                <a:lnTo>
                  <a:pt x="865898" y="1156741"/>
                </a:lnTo>
                <a:lnTo>
                  <a:pt x="810082" y="1166571"/>
                </a:lnTo>
                <a:lnTo>
                  <a:pt x="750201" y="1174470"/>
                </a:lnTo>
                <a:lnTo>
                  <a:pt x="686777" y="1180299"/>
                </a:lnTo>
                <a:lnTo>
                  <a:pt x="620344" y="1183919"/>
                </a:lnTo>
                <a:lnTo>
                  <a:pt x="551421" y="1185151"/>
                </a:lnTo>
                <a:lnTo>
                  <a:pt x="482498" y="1183919"/>
                </a:lnTo>
                <a:lnTo>
                  <a:pt x="416064" y="1180299"/>
                </a:lnTo>
                <a:lnTo>
                  <a:pt x="352640" y="1174470"/>
                </a:lnTo>
                <a:lnTo>
                  <a:pt x="292747" y="1166571"/>
                </a:lnTo>
                <a:lnTo>
                  <a:pt x="236931" y="1156741"/>
                </a:lnTo>
                <a:lnTo>
                  <a:pt x="185712" y="1145146"/>
                </a:lnTo>
                <a:lnTo>
                  <a:pt x="139598" y="1131938"/>
                </a:lnTo>
                <a:lnTo>
                  <a:pt x="99136" y="1117257"/>
                </a:lnTo>
                <a:lnTo>
                  <a:pt x="37274" y="1084097"/>
                </a:lnTo>
                <a:lnTo>
                  <a:pt x="4318" y="1046886"/>
                </a:lnTo>
                <a:lnTo>
                  <a:pt x="0" y="1027137"/>
                </a:lnTo>
                <a:lnTo>
                  <a:pt x="0" y="1343177"/>
                </a:lnTo>
                <a:lnTo>
                  <a:pt x="16916" y="1381963"/>
                </a:lnTo>
                <a:lnTo>
                  <a:pt x="64858" y="1417294"/>
                </a:lnTo>
                <a:lnTo>
                  <a:pt x="139598" y="1447977"/>
                </a:lnTo>
                <a:lnTo>
                  <a:pt x="185712" y="1461185"/>
                </a:lnTo>
                <a:lnTo>
                  <a:pt x="236931" y="1472780"/>
                </a:lnTo>
                <a:lnTo>
                  <a:pt x="292747" y="1482610"/>
                </a:lnTo>
                <a:lnTo>
                  <a:pt x="352640" y="1490510"/>
                </a:lnTo>
                <a:lnTo>
                  <a:pt x="416064" y="1496339"/>
                </a:lnTo>
                <a:lnTo>
                  <a:pt x="482498" y="1499958"/>
                </a:lnTo>
                <a:lnTo>
                  <a:pt x="551421" y="1501190"/>
                </a:lnTo>
                <a:lnTo>
                  <a:pt x="620344" y="1499958"/>
                </a:lnTo>
                <a:lnTo>
                  <a:pt x="686777" y="1496339"/>
                </a:lnTo>
                <a:lnTo>
                  <a:pt x="750201" y="1490510"/>
                </a:lnTo>
                <a:lnTo>
                  <a:pt x="810082" y="1482610"/>
                </a:lnTo>
                <a:lnTo>
                  <a:pt x="865898" y="1472780"/>
                </a:lnTo>
                <a:lnTo>
                  <a:pt x="917130" y="1461185"/>
                </a:lnTo>
                <a:lnTo>
                  <a:pt x="963231" y="1447977"/>
                </a:lnTo>
                <a:lnTo>
                  <a:pt x="1003693" y="1433296"/>
                </a:lnTo>
                <a:lnTo>
                  <a:pt x="1065568" y="1400136"/>
                </a:lnTo>
                <a:lnTo>
                  <a:pt x="1098511" y="1362925"/>
                </a:lnTo>
                <a:lnTo>
                  <a:pt x="1102829" y="1343177"/>
                </a:lnTo>
                <a:lnTo>
                  <a:pt x="1102829" y="1264158"/>
                </a:lnTo>
                <a:lnTo>
                  <a:pt x="1102829" y="1185151"/>
                </a:lnTo>
                <a:lnTo>
                  <a:pt x="1102829" y="1027137"/>
                </a:lnTo>
                <a:close/>
              </a:path>
              <a:path extrusionOk="0" h="1501775" w="1102995">
                <a:moveTo>
                  <a:pt x="1102829" y="632079"/>
                </a:moveTo>
                <a:lnTo>
                  <a:pt x="1085913" y="670864"/>
                </a:lnTo>
                <a:lnTo>
                  <a:pt x="1037983" y="706208"/>
                </a:lnTo>
                <a:lnTo>
                  <a:pt x="984669" y="729107"/>
                </a:lnTo>
                <a:lnTo>
                  <a:pt x="984669" y="908621"/>
                </a:lnTo>
                <a:lnTo>
                  <a:pt x="981837" y="924788"/>
                </a:lnTo>
                <a:lnTo>
                  <a:pt x="973848" y="937260"/>
                </a:lnTo>
                <a:lnTo>
                  <a:pt x="961415" y="945286"/>
                </a:lnTo>
                <a:lnTo>
                  <a:pt x="945286" y="948118"/>
                </a:lnTo>
                <a:lnTo>
                  <a:pt x="929157" y="945286"/>
                </a:lnTo>
                <a:lnTo>
                  <a:pt x="916736" y="937260"/>
                </a:lnTo>
                <a:lnTo>
                  <a:pt x="908735" y="924788"/>
                </a:lnTo>
                <a:lnTo>
                  <a:pt x="905903" y="908621"/>
                </a:lnTo>
                <a:lnTo>
                  <a:pt x="908735" y="892441"/>
                </a:lnTo>
                <a:lnTo>
                  <a:pt x="916736" y="879970"/>
                </a:lnTo>
                <a:lnTo>
                  <a:pt x="929157" y="871956"/>
                </a:lnTo>
                <a:lnTo>
                  <a:pt x="945286" y="869111"/>
                </a:lnTo>
                <a:lnTo>
                  <a:pt x="961415" y="871956"/>
                </a:lnTo>
                <a:lnTo>
                  <a:pt x="973848" y="879970"/>
                </a:lnTo>
                <a:lnTo>
                  <a:pt x="981837" y="892441"/>
                </a:lnTo>
                <a:lnTo>
                  <a:pt x="984669" y="908621"/>
                </a:lnTo>
                <a:lnTo>
                  <a:pt x="984669" y="729107"/>
                </a:lnTo>
                <a:lnTo>
                  <a:pt x="917130" y="750100"/>
                </a:lnTo>
                <a:lnTo>
                  <a:pt x="865898" y="761695"/>
                </a:lnTo>
                <a:lnTo>
                  <a:pt x="810082" y="771512"/>
                </a:lnTo>
                <a:lnTo>
                  <a:pt x="750201" y="779424"/>
                </a:lnTo>
                <a:lnTo>
                  <a:pt x="686777" y="785253"/>
                </a:lnTo>
                <a:lnTo>
                  <a:pt x="620344" y="788860"/>
                </a:lnTo>
                <a:lnTo>
                  <a:pt x="551421" y="790105"/>
                </a:lnTo>
                <a:lnTo>
                  <a:pt x="482498" y="788860"/>
                </a:lnTo>
                <a:lnTo>
                  <a:pt x="416064" y="785253"/>
                </a:lnTo>
                <a:lnTo>
                  <a:pt x="352640" y="779424"/>
                </a:lnTo>
                <a:lnTo>
                  <a:pt x="292747" y="771512"/>
                </a:lnTo>
                <a:lnTo>
                  <a:pt x="236931" y="761695"/>
                </a:lnTo>
                <a:lnTo>
                  <a:pt x="185712" y="750100"/>
                </a:lnTo>
                <a:lnTo>
                  <a:pt x="139598" y="736879"/>
                </a:lnTo>
                <a:lnTo>
                  <a:pt x="99136" y="722198"/>
                </a:lnTo>
                <a:lnTo>
                  <a:pt x="37274" y="689051"/>
                </a:lnTo>
                <a:lnTo>
                  <a:pt x="4318" y="651827"/>
                </a:lnTo>
                <a:lnTo>
                  <a:pt x="0" y="632079"/>
                </a:lnTo>
                <a:lnTo>
                  <a:pt x="0" y="948118"/>
                </a:lnTo>
                <a:lnTo>
                  <a:pt x="16916" y="986917"/>
                </a:lnTo>
                <a:lnTo>
                  <a:pt x="64858" y="1022248"/>
                </a:lnTo>
                <a:lnTo>
                  <a:pt x="139598" y="1052918"/>
                </a:lnTo>
                <a:lnTo>
                  <a:pt x="185712" y="1066139"/>
                </a:lnTo>
                <a:lnTo>
                  <a:pt x="236931" y="1077734"/>
                </a:lnTo>
                <a:lnTo>
                  <a:pt x="292747" y="1087551"/>
                </a:lnTo>
                <a:lnTo>
                  <a:pt x="352640" y="1095463"/>
                </a:lnTo>
                <a:lnTo>
                  <a:pt x="416064" y="1101293"/>
                </a:lnTo>
                <a:lnTo>
                  <a:pt x="482498" y="1104900"/>
                </a:lnTo>
                <a:lnTo>
                  <a:pt x="551421" y="1106144"/>
                </a:lnTo>
                <a:lnTo>
                  <a:pt x="620344" y="1104900"/>
                </a:lnTo>
                <a:lnTo>
                  <a:pt x="686777" y="1101293"/>
                </a:lnTo>
                <a:lnTo>
                  <a:pt x="750201" y="1095463"/>
                </a:lnTo>
                <a:lnTo>
                  <a:pt x="810082" y="1087551"/>
                </a:lnTo>
                <a:lnTo>
                  <a:pt x="865898" y="1077734"/>
                </a:lnTo>
                <a:lnTo>
                  <a:pt x="917130" y="1066139"/>
                </a:lnTo>
                <a:lnTo>
                  <a:pt x="963231" y="1052918"/>
                </a:lnTo>
                <a:lnTo>
                  <a:pt x="1003693" y="1038250"/>
                </a:lnTo>
                <a:lnTo>
                  <a:pt x="1065568" y="1005090"/>
                </a:lnTo>
                <a:lnTo>
                  <a:pt x="1098511" y="967867"/>
                </a:lnTo>
                <a:lnTo>
                  <a:pt x="1102829" y="948118"/>
                </a:lnTo>
                <a:lnTo>
                  <a:pt x="1102829" y="869111"/>
                </a:lnTo>
                <a:lnTo>
                  <a:pt x="1102829" y="790105"/>
                </a:lnTo>
                <a:lnTo>
                  <a:pt x="1102829" y="632079"/>
                </a:lnTo>
                <a:close/>
              </a:path>
              <a:path extrusionOk="0" h="1501775" w="1102995">
                <a:moveTo>
                  <a:pt x="1102829" y="237032"/>
                </a:moveTo>
                <a:lnTo>
                  <a:pt x="1085913" y="275818"/>
                </a:lnTo>
                <a:lnTo>
                  <a:pt x="1037983" y="311162"/>
                </a:lnTo>
                <a:lnTo>
                  <a:pt x="984669" y="334060"/>
                </a:lnTo>
                <a:lnTo>
                  <a:pt x="984669" y="513562"/>
                </a:lnTo>
                <a:lnTo>
                  <a:pt x="981837" y="529742"/>
                </a:lnTo>
                <a:lnTo>
                  <a:pt x="973848" y="542201"/>
                </a:lnTo>
                <a:lnTo>
                  <a:pt x="961415" y="550227"/>
                </a:lnTo>
                <a:lnTo>
                  <a:pt x="945286" y="553072"/>
                </a:lnTo>
                <a:lnTo>
                  <a:pt x="929157" y="550227"/>
                </a:lnTo>
                <a:lnTo>
                  <a:pt x="916736" y="542201"/>
                </a:lnTo>
                <a:lnTo>
                  <a:pt x="908735" y="529742"/>
                </a:lnTo>
                <a:lnTo>
                  <a:pt x="905903" y="513562"/>
                </a:lnTo>
                <a:lnTo>
                  <a:pt x="908735" y="497395"/>
                </a:lnTo>
                <a:lnTo>
                  <a:pt x="916736" y="484924"/>
                </a:lnTo>
                <a:lnTo>
                  <a:pt x="929157" y="476897"/>
                </a:lnTo>
                <a:lnTo>
                  <a:pt x="945286" y="474065"/>
                </a:lnTo>
                <a:lnTo>
                  <a:pt x="961415" y="476897"/>
                </a:lnTo>
                <a:lnTo>
                  <a:pt x="973848" y="484924"/>
                </a:lnTo>
                <a:lnTo>
                  <a:pt x="981837" y="497395"/>
                </a:lnTo>
                <a:lnTo>
                  <a:pt x="984669" y="513562"/>
                </a:lnTo>
                <a:lnTo>
                  <a:pt x="984669" y="334060"/>
                </a:lnTo>
                <a:lnTo>
                  <a:pt x="917130" y="355041"/>
                </a:lnTo>
                <a:lnTo>
                  <a:pt x="865898" y="366636"/>
                </a:lnTo>
                <a:lnTo>
                  <a:pt x="810082" y="376466"/>
                </a:lnTo>
                <a:lnTo>
                  <a:pt x="750201" y="384365"/>
                </a:lnTo>
                <a:lnTo>
                  <a:pt x="686777" y="390207"/>
                </a:lnTo>
                <a:lnTo>
                  <a:pt x="620344" y="393814"/>
                </a:lnTo>
                <a:lnTo>
                  <a:pt x="551421" y="395046"/>
                </a:lnTo>
                <a:lnTo>
                  <a:pt x="482498" y="393814"/>
                </a:lnTo>
                <a:lnTo>
                  <a:pt x="416064" y="390207"/>
                </a:lnTo>
                <a:lnTo>
                  <a:pt x="352640" y="384365"/>
                </a:lnTo>
                <a:lnTo>
                  <a:pt x="292747" y="376466"/>
                </a:lnTo>
                <a:lnTo>
                  <a:pt x="236931" y="366636"/>
                </a:lnTo>
                <a:lnTo>
                  <a:pt x="185712" y="355041"/>
                </a:lnTo>
                <a:lnTo>
                  <a:pt x="139598" y="341833"/>
                </a:lnTo>
                <a:lnTo>
                  <a:pt x="99136" y="327152"/>
                </a:lnTo>
                <a:lnTo>
                  <a:pt x="37274" y="293992"/>
                </a:lnTo>
                <a:lnTo>
                  <a:pt x="4318" y="256781"/>
                </a:lnTo>
                <a:lnTo>
                  <a:pt x="0" y="237032"/>
                </a:lnTo>
                <a:lnTo>
                  <a:pt x="0" y="553072"/>
                </a:lnTo>
                <a:lnTo>
                  <a:pt x="16916" y="591858"/>
                </a:lnTo>
                <a:lnTo>
                  <a:pt x="64858" y="627202"/>
                </a:lnTo>
                <a:lnTo>
                  <a:pt x="139598" y="657872"/>
                </a:lnTo>
                <a:lnTo>
                  <a:pt x="185712" y="671080"/>
                </a:lnTo>
                <a:lnTo>
                  <a:pt x="236931" y="682675"/>
                </a:lnTo>
                <a:lnTo>
                  <a:pt x="292747" y="692505"/>
                </a:lnTo>
                <a:lnTo>
                  <a:pt x="352640" y="700405"/>
                </a:lnTo>
                <a:lnTo>
                  <a:pt x="416064" y="706247"/>
                </a:lnTo>
                <a:lnTo>
                  <a:pt x="482498" y="709853"/>
                </a:lnTo>
                <a:lnTo>
                  <a:pt x="551421" y="711085"/>
                </a:lnTo>
                <a:lnTo>
                  <a:pt x="620344" y="709853"/>
                </a:lnTo>
                <a:lnTo>
                  <a:pt x="686777" y="706247"/>
                </a:lnTo>
                <a:lnTo>
                  <a:pt x="750201" y="700405"/>
                </a:lnTo>
                <a:lnTo>
                  <a:pt x="810082" y="692505"/>
                </a:lnTo>
                <a:lnTo>
                  <a:pt x="865898" y="682675"/>
                </a:lnTo>
                <a:lnTo>
                  <a:pt x="917130" y="671080"/>
                </a:lnTo>
                <a:lnTo>
                  <a:pt x="963231" y="657872"/>
                </a:lnTo>
                <a:lnTo>
                  <a:pt x="1003693" y="643191"/>
                </a:lnTo>
                <a:lnTo>
                  <a:pt x="1065568" y="610031"/>
                </a:lnTo>
                <a:lnTo>
                  <a:pt x="1098511" y="572820"/>
                </a:lnTo>
                <a:lnTo>
                  <a:pt x="1102829" y="553072"/>
                </a:lnTo>
                <a:lnTo>
                  <a:pt x="1102829" y="474065"/>
                </a:lnTo>
                <a:lnTo>
                  <a:pt x="1102829" y="395046"/>
                </a:lnTo>
                <a:lnTo>
                  <a:pt x="1102829" y="237032"/>
                </a:lnTo>
                <a:close/>
              </a:path>
              <a:path extrusionOk="0" h="1501775" w="1102995">
                <a:moveTo>
                  <a:pt x="1102829" y="158026"/>
                </a:moveTo>
                <a:lnTo>
                  <a:pt x="1085989" y="119113"/>
                </a:lnTo>
                <a:lnTo>
                  <a:pt x="1038225" y="83731"/>
                </a:lnTo>
                <a:lnTo>
                  <a:pt x="963663" y="53073"/>
                </a:lnTo>
                <a:lnTo>
                  <a:pt x="917625" y="39878"/>
                </a:lnTo>
                <a:lnTo>
                  <a:pt x="866444" y="28308"/>
                </a:lnTo>
                <a:lnTo>
                  <a:pt x="810641" y="18516"/>
                </a:lnTo>
                <a:lnTo>
                  <a:pt x="750709" y="10629"/>
                </a:lnTo>
                <a:lnTo>
                  <a:pt x="687184" y="4826"/>
                </a:lnTo>
                <a:lnTo>
                  <a:pt x="620585" y="1231"/>
                </a:lnTo>
                <a:lnTo>
                  <a:pt x="551421" y="0"/>
                </a:lnTo>
                <a:lnTo>
                  <a:pt x="482244" y="1231"/>
                </a:lnTo>
                <a:lnTo>
                  <a:pt x="415632" y="4826"/>
                </a:lnTo>
                <a:lnTo>
                  <a:pt x="352107" y="10629"/>
                </a:lnTo>
                <a:lnTo>
                  <a:pt x="292188" y="18516"/>
                </a:lnTo>
                <a:lnTo>
                  <a:pt x="236372" y="28308"/>
                </a:lnTo>
                <a:lnTo>
                  <a:pt x="185191" y="39878"/>
                </a:lnTo>
                <a:lnTo>
                  <a:pt x="139153" y="53073"/>
                </a:lnTo>
                <a:lnTo>
                  <a:pt x="98793" y="67741"/>
                </a:lnTo>
                <a:lnTo>
                  <a:pt x="37109" y="100901"/>
                </a:lnTo>
                <a:lnTo>
                  <a:pt x="4292" y="138201"/>
                </a:lnTo>
                <a:lnTo>
                  <a:pt x="0" y="158026"/>
                </a:lnTo>
                <a:lnTo>
                  <a:pt x="4292" y="177838"/>
                </a:lnTo>
                <a:lnTo>
                  <a:pt x="37109" y="215138"/>
                </a:lnTo>
                <a:lnTo>
                  <a:pt x="98793" y="248297"/>
                </a:lnTo>
                <a:lnTo>
                  <a:pt x="139153" y="262966"/>
                </a:lnTo>
                <a:lnTo>
                  <a:pt x="185191" y="276161"/>
                </a:lnTo>
                <a:lnTo>
                  <a:pt x="236372" y="287731"/>
                </a:lnTo>
                <a:lnTo>
                  <a:pt x="292188" y="297522"/>
                </a:lnTo>
                <a:lnTo>
                  <a:pt x="352107" y="305409"/>
                </a:lnTo>
                <a:lnTo>
                  <a:pt x="415632" y="311213"/>
                </a:lnTo>
                <a:lnTo>
                  <a:pt x="482244" y="314807"/>
                </a:lnTo>
                <a:lnTo>
                  <a:pt x="551421" y="316039"/>
                </a:lnTo>
                <a:lnTo>
                  <a:pt x="620585" y="314807"/>
                </a:lnTo>
                <a:lnTo>
                  <a:pt x="687184" y="311213"/>
                </a:lnTo>
                <a:lnTo>
                  <a:pt x="750709" y="305409"/>
                </a:lnTo>
                <a:lnTo>
                  <a:pt x="810641" y="297522"/>
                </a:lnTo>
                <a:lnTo>
                  <a:pt x="866444" y="287731"/>
                </a:lnTo>
                <a:lnTo>
                  <a:pt x="917625" y="276161"/>
                </a:lnTo>
                <a:lnTo>
                  <a:pt x="963663" y="262966"/>
                </a:lnTo>
                <a:lnTo>
                  <a:pt x="1004036" y="248297"/>
                </a:lnTo>
                <a:lnTo>
                  <a:pt x="1065720" y="215138"/>
                </a:lnTo>
                <a:lnTo>
                  <a:pt x="1098537" y="177838"/>
                </a:lnTo>
                <a:lnTo>
                  <a:pt x="1102829" y="158026"/>
                </a:lnTo>
                <a:close/>
              </a:path>
            </a:pathLst>
          </a:custGeom>
          <a:solidFill>
            <a:srgbClr val="00AF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477718" y="4498788"/>
            <a:ext cx="663271" cy="903072"/>
          </a:xfrm>
          <a:custGeom>
            <a:rect b="b" l="l" r="r" t="t"/>
            <a:pathLst>
              <a:path extrusionOk="0" h="1501775" w="1102995">
                <a:moveTo>
                  <a:pt x="1102829" y="1027125"/>
                </a:moveTo>
                <a:lnTo>
                  <a:pt x="1085913" y="1065911"/>
                </a:lnTo>
                <a:lnTo>
                  <a:pt x="1037983" y="1101255"/>
                </a:lnTo>
                <a:lnTo>
                  <a:pt x="984669" y="1124153"/>
                </a:lnTo>
                <a:lnTo>
                  <a:pt x="984669" y="1303667"/>
                </a:lnTo>
                <a:lnTo>
                  <a:pt x="981837" y="1319834"/>
                </a:lnTo>
                <a:lnTo>
                  <a:pt x="973836" y="1332306"/>
                </a:lnTo>
                <a:lnTo>
                  <a:pt x="961415" y="1340332"/>
                </a:lnTo>
                <a:lnTo>
                  <a:pt x="945286" y="1343164"/>
                </a:lnTo>
                <a:lnTo>
                  <a:pt x="929157" y="1340332"/>
                </a:lnTo>
                <a:lnTo>
                  <a:pt x="916736" y="1332306"/>
                </a:lnTo>
                <a:lnTo>
                  <a:pt x="908735" y="1319834"/>
                </a:lnTo>
                <a:lnTo>
                  <a:pt x="905903" y="1303667"/>
                </a:lnTo>
                <a:lnTo>
                  <a:pt x="908735" y="1287487"/>
                </a:lnTo>
                <a:lnTo>
                  <a:pt x="916736" y="1275016"/>
                </a:lnTo>
                <a:lnTo>
                  <a:pt x="929157" y="1267002"/>
                </a:lnTo>
                <a:lnTo>
                  <a:pt x="945286" y="1264158"/>
                </a:lnTo>
                <a:lnTo>
                  <a:pt x="961415" y="1267002"/>
                </a:lnTo>
                <a:lnTo>
                  <a:pt x="973836" y="1275016"/>
                </a:lnTo>
                <a:lnTo>
                  <a:pt x="981837" y="1287487"/>
                </a:lnTo>
                <a:lnTo>
                  <a:pt x="984669" y="1303667"/>
                </a:lnTo>
                <a:lnTo>
                  <a:pt x="984669" y="1124153"/>
                </a:lnTo>
                <a:lnTo>
                  <a:pt x="917130" y="1145146"/>
                </a:lnTo>
                <a:lnTo>
                  <a:pt x="865898" y="1156741"/>
                </a:lnTo>
                <a:lnTo>
                  <a:pt x="810082" y="1166558"/>
                </a:lnTo>
                <a:lnTo>
                  <a:pt x="750201" y="1174470"/>
                </a:lnTo>
                <a:lnTo>
                  <a:pt x="686777" y="1180299"/>
                </a:lnTo>
                <a:lnTo>
                  <a:pt x="620344" y="1183906"/>
                </a:lnTo>
                <a:lnTo>
                  <a:pt x="551421" y="1185151"/>
                </a:lnTo>
                <a:lnTo>
                  <a:pt x="482498" y="1183906"/>
                </a:lnTo>
                <a:lnTo>
                  <a:pt x="416064" y="1180299"/>
                </a:lnTo>
                <a:lnTo>
                  <a:pt x="352640" y="1174470"/>
                </a:lnTo>
                <a:lnTo>
                  <a:pt x="292747" y="1166558"/>
                </a:lnTo>
                <a:lnTo>
                  <a:pt x="236931" y="1156741"/>
                </a:lnTo>
                <a:lnTo>
                  <a:pt x="185699" y="1145146"/>
                </a:lnTo>
                <a:lnTo>
                  <a:pt x="139598" y="1131925"/>
                </a:lnTo>
                <a:lnTo>
                  <a:pt x="99136" y="1117244"/>
                </a:lnTo>
                <a:lnTo>
                  <a:pt x="37274" y="1084097"/>
                </a:lnTo>
                <a:lnTo>
                  <a:pt x="4318" y="1046873"/>
                </a:lnTo>
                <a:lnTo>
                  <a:pt x="0" y="1027125"/>
                </a:lnTo>
                <a:lnTo>
                  <a:pt x="0" y="1343164"/>
                </a:lnTo>
                <a:lnTo>
                  <a:pt x="16916" y="1381950"/>
                </a:lnTo>
                <a:lnTo>
                  <a:pt x="64858" y="1417294"/>
                </a:lnTo>
                <a:lnTo>
                  <a:pt x="139598" y="1447965"/>
                </a:lnTo>
                <a:lnTo>
                  <a:pt x="185699" y="1461185"/>
                </a:lnTo>
                <a:lnTo>
                  <a:pt x="236931" y="1472780"/>
                </a:lnTo>
                <a:lnTo>
                  <a:pt x="292747" y="1482598"/>
                </a:lnTo>
                <a:lnTo>
                  <a:pt x="352640" y="1490510"/>
                </a:lnTo>
                <a:lnTo>
                  <a:pt x="416064" y="1496339"/>
                </a:lnTo>
                <a:lnTo>
                  <a:pt x="482498" y="1499946"/>
                </a:lnTo>
                <a:lnTo>
                  <a:pt x="551421" y="1501190"/>
                </a:lnTo>
                <a:lnTo>
                  <a:pt x="620344" y="1499946"/>
                </a:lnTo>
                <a:lnTo>
                  <a:pt x="686777" y="1496339"/>
                </a:lnTo>
                <a:lnTo>
                  <a:pt x="750201" y="1490510"/>
                </a:lnTo>
                <a:lnTo>
                  <a:pt x="810082" y="1482598"/>
                </a:lnTo>
                <a:lnTo>
                  <a:pt x="865898" y="1472780"/>
                </a:lnTo>
                <a:lnTo>
                  <a:pt x="917130" y="1461185"/>
                </a:lnTo>
                <a:lnTo>
                  <a:pt x="963231" y="1447965"/>
                </a:lnTo>
                <a:lnTo>
                  <a:pt x="1003693" y="1433283"/>
                </a:lnTo>
                <a:lnTo>
                  <a:pt x="1065568" y="1400136"/>
                </a:lnTo>
                <a:lnTo>
                  <a:pt x="1098511" y="1362913"/>
                </a:lnTo>
                <a:lnTo>
                  <a:pt x="1102829" y="1343164"/>
                </a:lnTo>
                <a:lnTo>
                  <a:pt x="1102829" y="1264158"/>
                </a:lnTo>
                <a:lnTo>
                  <a:pt x="1102829" y="1185151"/>
                </a:lnTo>
                <a:lnTo>
                  <a:pt x="1102829" y="1027125"/>
                </a:lnTo>
                <a:close/>
              </a:path>
              <a:path extrusionOk="0" h="1501775" w="1102995">
                <a:moveTo>
                  <a:pt x="1102829" y="632079"/>
                </a:moveTo>
                <a:lnTo>
                  <a:pt x="1085913" y="670864"/>
                </a:lnTo>
                <a:lnTo>
                  <a:pt x="1037983" y="706208"/>
                </a:lnTo>
                <a:lnTo>
                  <a:pt x="984669" y="729107"/>
                </a:lnTo>
                <a:lnTo>
                  <a:pt x="984669" y="908608"/>
                </a:lnTo>
                <a:lnTo>
                  <a:pt x="981837" y="924788"/>
                </a:lnTo>
                <a:lnTo>
                  <a:pt x="973836" y="937247"/>
                </a:lnTo>
                <a:lnTo>
                  <a:pt x="961415" y="945273"/>
                </a:lnTo>
                <a:lnTo>
                  <a:pt x="945286" y="948118"/>
                </a:lnTo>
                <a:lnTo>
                  <a:pt x="929157" y="945273"/>
                </a:lnTo>
                <a:lnTo>
                  <a:pt x="916736" y="937247"/>
                </a:lnTo>
                <a:lnTo>
                  <a:pt x="908735" y="924788"/>
                </a:lnTo>
                <a:lnTo>
                  <a:pt x="905903" y="908608"/>
                </a:lnTo>
                <a:lnTo>
                  <a:pt x="908735" y="892441"/>
                </a:lnTo>
                <a:lnTo>
                  <a:pt x="916736" y="879970"/>
                </a:lnTo>
                <a:lnTo>
                  <a:pt x="929157" y="871943"/>
                </a:lnTo>
                <a:lnTo>
                  <a:pt x="945286" y="869111"/>
                </a:lnTo>
                <a:lnTo>
                  <a:pt x="961415" y="871943"/>
                </a:lnTo>
                <a:lnTo>
                  <a:pt x="973836" y="879970"/>
                </a:lnTo>
                <a:lnTo>
                  <a:pt x="981837" y="892441"/>
                </a:lnTo>
                <a:lnTo>
                  <a:pt x="984669" y="908608"/>
                </a:lnTo>
                <a:lnTo>
                  <a:pt x="984669" y="729107"/>
                </a:lnTo>
                <a:lnTo>
                  <a:pt x="917130" y="750087"/>
                </a:lnTo>
                <a:lnTo>
                  <a:pt x="865898" y="761682"/>
                </a:lnTo>
                <a:lnTo>
                  <a:pt x="810082" y="771512"/>
                </a:lnTo>
                <a:lnTo>
                  <a:pt x="750201" y="779411"/>
                </a:lnTo>
                <a:lnTo>
                  <a:pt x="686777" y="785253"/>
                </a:lnTo>
                <a:lnTo>
                  <a:pt x="620344" y="788860"/>
                </a:lnTo>
                <a:lnTo>
                  <a:pt x="551421" y="790092"/>
                </a:lnTo>
                <a:lnTo>
                  <a:pt x="482498" y="788860"/>
                </a:lnTo>
                <a:lnTo>
                  <a:pt x="416064" y="785253"/>
                </a:lnTo>
                <a:lnTo>
                  <a:pt x="352640" y="779411"/>
                </a:lnTo>
                <a:lnTo>
                  <a:pt x="292747" y="771512"/>
                </a:lnTo>
                <a:lnTo>
                  <a:pt x="236931" y="761682"/>
                </a:lnTo>
                <a:lnTo>
                  <a:pt x="185699" y="750087"/>
                </a:lnTo>
                <a:lnTo>
                  <a:pt x="139598" y="736879"/>
                </a:lnTo>
                <a:lnTo>
                  <a:pt x="99136" y="722198"/>
                </a:lnTo>
                <a:lnTo>
                  <a:pt x="37274" y="689038"/>
                </a:lnTo>
                <a:lnTo>
                  <a:pt x="4318" y="651827"/>
                </a:lnTo>
                <a:lnTo>
                  <a:pt x="0" y="632079"/>
                </a:lnTo>
                <a:lnTo>
                  <a:pt x="0" y="948118"/>
                </a:lnTo>
                <a:lnTo>
                  <a:pt x="16916" y="986904"/>
                </a:lnTo>
                <a:lnTo>
                  <a:pt x="64858" y="1022248"/>
                </a:lnTo>
                <a:lnTo>
                  <a:pt x="139598" y="1052918"/>
                </a:lnTo>
                <a:lnTo>
                  <a:pt x="185699" y="1066126"/>
                </a:lnTo>
                <a:lnTo>
                  <a:pt x="236931" y="1077722"/>
                </a:lnTo>
                <a:lnTo>
                  <a:pt x="292747" y="1087551"/>
                </a:lnTo>
                <a:lnTo>
                  <a:pt x="352640" y="1095451"/>
                </a:lnTo>
                <a:lnTo>
                  <a:pt x="416064" y="1101293"/>
                </a:lnTo>
                <a:lnTo>
                  <a:pt x="482498" y="1104900"/>
                </a:lnTo>
                <a:lnTo>
                  <a:pt x="551421" y="1106131"/>
                </a:lnTo>
                <a:lnTo>
                  <a:pt x="620344" y="1104900"/>
                </a:lnTo>
                <a:lnTo>
                  <a:pt x="686777" y="1101293"/>
                </a:lnTo>
                <a:lnTo>
                  <a:pt x="750201" y="1095451"/>
                </a:lnTo>
                <a:lnTo>
                  <a:pt x="810082" y="1087551"/>
                </a:lnTo>
                <a:lnTo>
                  <a:pt x="865898" y="1077722"/>
                </a:lnTo>
                <a:lnTo>
                  <a:pt x="917130" y="1066126"/>
                </a:lnTo>
                <a:lnTo>
                  <a:pt x="963231" y="1052918"/>
                </a:lnTo>
                <a:lnTo>
                  <a:pt x="1003693" y="1038237"/>
                </a:lnTo>
                <a:lnTo>
                  <a:pt x="1065568" y="1005078"/>
                </a:lnTo>
                <a:lnTo>
                  <a:pt x="1098511" y="967867"/>
                </a:lnTo>
                <a:lnTo>
                  <a:pt x="1102829" y="948118"/>
                </a:lnTo>
                <a:lnTo>
                  <a:pt x="1102829" y="869111"/>
                </a:lnTo>
                <a:lnTo>
                  <a:pt x="1102829" y="790092"/>
                </a:lnTo>
                <a:lnTo>
                  <a:pt x="1102829" y="632079"/>
                </a:lnTo>
                <a:close/>
              </a:path>
              <a:path extrusionOk="0" h="1501775" w="1102995">
                <a:moveTo>
                  <a:pt x="1102829" y="237020"/>
                </a:moveTo>
                <a:lnTo>
                  <a:pt x="1085913" y="275818"/>
                </a:lnTo>
                <a:lnTo>
                  <a:pt x="1037983" y="311150"/>
                </a:lnTo>
                <a:lnTo>
                  <a:pt x="984669" y="334060"/>
                </a:lnTo>
                <a:lnTo>
                  <a:pt x="984669" y="513562"/>
                </a:lnTo>
                <a:lnTo>
                  <a:pt x="981837" y="529729"/>
                </a:lnTo>
                <a:lnTo>
                  <a:pt x="973836" y="542201"/>
                </a:lnTo>
                <a:lnTo>
                  <a:pt x="961415" y="550227"/>
                </a:lnTo>
                <a:lnTo>
                  <a:pt x="945286" y="553072"/>
                </a:lnTo>
                <a:lnTo>
                  <a:pt x="929157" y="550227"/>
                </a:lnTo>
                <a:lnTo>
                  <a:pt x="916736" y="542201"/>
                </a:lnTo>
                <a:lnTo>
                  <a:pt x="908735" y="529729"/>
                </a:lnTo>
                <a:lnTo>
                  <a:pt x="905903" y="513562"/>
                </a:lnTo>
                <a:lnTo>
                  <a:pt x="908735" y="497382"/>
                </a:lnTo>
                <a:lnTo>
                  <a:pt x="916736" y="484924"/>
                </a:lnTo>
                <a:lnTo>
                  <a:pt x="929157" y="476897"/>
                </a:lnTo>
                <a:lnTo>
                  <a:pt x="945286" y="474052"/>
                </a:lnTo>
                <a:lnTo>
                  <a:pt x="961415" y="476897"/>
                </a:lnTo>
                <a:lnTo>
                  <a:pt x="973836" y="484924"/>
                </a:lnTo>
                <a:lnTo>
                  <a:pt x="981837" y="497382"/>
                </a:lnTo>
                <a:lnTo>
                  <a:pt x="984669" y="513562"/>
                </a:lnTo>
                <a:lnTo>
                  <a:pt x="984669" y="334060"/>
                </a:lnTo>
                <a:lnTo>
                  <a:pt x="917130" y="355041"/>
                </a:lnTo>
                <a:lnTo>
                  <a:pt x="865898" y="366636"/>
                </a:lnTo>
                <a:lnTo>
                  <a:pt x="810082" y="376466"/>
                </a:lnTo>
                <a:lnTo>
                  <a:pt x="750201" y="384365"/>
                </a:lnTo>
                <a:lnTo>
                  <a:pt x="686777" y="390194"/>
                </a:lnTo>
                <a:lnTo>
                  <a:pt x="620344" y="393814"/>
                </a:lnTo>
                <a:lnTo>
                  <a:pt x="551421" y="395046"/>
                </a:lnTo>
                <a:lnTo>
                  <a:pt x="482498" y="393814"/>
                </a:lnTo>
                <a:lnTo>
                  <a:pt x="416064" y="390194"/>
                </a:lnTo>
                <a:lnTo>
                  <a:pt x="352640" y="384365"/>
                </a:lnTo>
                <a:lnTo>
                  <a:pt x="292747" y="376466"/>
                </a:lnTo>
                <a:lnTo>
                  <a:pt x="236931" y="366636"/>
                </a:lnTo>
                <a:lnTo>
                  <a:pt x="185699" y="355041"/>
                </a:lnTo>
                <a:lnTo>
                  <a:pt x="139598" y="341833"/>
                </a:lnTo>
                <a:lnTo>
                  <a:pt x="99136" y="327152"/>
                </a:lnTo>
                <a:lnTo>
                  <a:pt x="37274" y="293992"/>
                </a:lnTo>
                <a:lnTo>
                  <a:pt x="4318" y="256781"/>
                </a:lnTo>
                <a:lnTo>
                  <a:pt x="0" y="237020"/>
                </a:lnTo>
                <a:lnTo>
                  <a:pt x="0" y="553072"/>
                </a:lnTo>
                <a:lnTo>
                  <a:pt x="16916" y="591858"/>
                </a:lnTo>
                <a:lnTo>
                  <a:pt x="64858" y="627189"/>
                </a:lnTo>
                <a:lnTo>
                  <a:pt x="139598" y="657872"/>
                </a:lnTo>
                <a:lnTo>
                  <a:pt x="185699" y="671080"/>
                </a:lnTo>
                <a:lnTo>
                  <a:pt x="236931" y="682675"/>
                </a:lnTo>
                <a:lnTo>
                  <a:pt x="292747" y="692505"/>
                </a:lnTo>
                <a:lnTo>
                  <a:pt x="352640" y="700405"/>
                </a:lnTo>
                <a:lnTo>
                  <a:pt x="416064" y="706234"/>
                </a:lnTo>
                <a:lnTo>
                  <a:pt x="482498" y="709853"/>
                </a:lnTo>
                <a:lnTo>
                  <a:pt x="551421" y="711085"/>
                </a:lnTo>
                <a:lnTo>
                  <a:pt x="620344" y="709853"/>
                </a:lnTo>
                <a:lnTo>
                  <a:pt x="686777" y="706234"/>
                </a:lnTo>
                <a:lnTo>
                  <a:pt x="750201" y="700405"/>
                </a:lnTo>
                <a:lnTo>
                  <a:pt x="810082" y="692505"/>
                </a:lnTo>
                <a:lnTo>
                  <a:pt x="865898" y="682675"/>
                </a:lnTo>
                <a:lnTo>
                  <a:pt x="917130" y="671080"/>
                </a:lnTo>
                <a:lnTo>
                  <a:pt x="963231" y="657872"/>
                </a:lnTo>
                <a:lnTo>
                  <a:pt x="1003693" y="643191"/>
                </a:lnTo>
                <a:lnTo>
                  <a:pt x="1065568" y="610031"/>
                </a:lnTo>
                <a:lnTo>
                  <a:pt x="1098511" y="572820"/>
                </a:lnTo>
                <a:lnTo>
                  <a:pt x="1102829" y="553072"/>
                </a:lnTo>
                <a:lnTo>
                  <a:pt x="1102829" y="474052"/>
                </a:lnTo>
                <a:lnTo>
                  <a:pt x="1102829" y="395046"/>
                </a:lnTo>
                <a:lnTo>
                  <a:pt x="1102829" y="237020"/>
                </a:lnTo>
                <a:close/>
              </a:path>
              <a:path extrusionOk="0" h="1501775" w="1102995">
                <a:moveTo>
                  <a:pt x="1102829" y="158013"/>
                </a:moveTo>
                <a:lnTo>
                  <a:pt x="1085989" y="119100"/>
                </a:lnTo>
                <a:lnTo>
                  <a:pt x="1038225" y="83731"/>
                </a:lnTo>
                <a:lnTo>
                  <a:pt x="963663" y="53060"/>
                </a:lnTo>
                <a:lnTo>
                  <a:pt x="917625" y="39878"/>
                </a:lnTo>
                <a:lnTo>
                  <a:pt x="866444" y="28308"/>
                </a:lnTo>
                <a:lnTo>
                  <a:pt x="810641" y="18503"/>
                </a:lnTo>
                <a:lnTo>
                  <a:pt x="750709" y="10629"/>
                </a:lnTo>
                <a:lnTo>
                  <a:pt x="687184" y="4826"/>
                </a:lnTo>
                <a:lnTo>
                  <a:pt x="620585" y="1231"/>
                </a:lnTo>
                <a:lnTo>
                  <a:pt x="551421" y="0"/>
                </a:lnTo>
                <a:lnTo>
                  <a:pt x="482244" y="1231"/>
                </a:lnTo>
                <a:lnTo>
                  <a:pt x="415632" y="4826"/>
                </a:lnTo>
                <a:lnTo>
                  <a:pt x="352107" y="10629"/>
                </a:lnTo>
                <a:lnTo>
                  <a:pt x="292188" y="18503"/>
                </a:lnTo>
                <a:lnTo>
                  <a:pt x="236372" y="28308"/>
                </a:lnTo>
                <a:lnTo>
                  <a:pt x="185191" y="39878"/>
                </a:lnTo>
                <a:lnTo>
                  <a:pt x="139153" y="53060"/>
                </a:lnTo>
                <a:lnTo>
                  <a:pt x="98793" y="67729"/>
                </a:lnTo>
                <a:lnTo>
                  <a:pt x="37109" y="100901"/>
                </a:lnTo>
                <a:lnTo>
                  <a:pt x="4292" y="138188"/>
                </a:lnTo>
                <a:lnTo>
                  <a:pt x="0" y="158013"/>
                </a:lnTo>
                <a:lnTo>
                  <a:pt x="4292" y="177838"/>
                </a:lnTo>
                <a:lnTo>
                  <a:pt x="37109" y="215125"/>
                </a:lnTo>
                <a:lnTo>
                  <a:pt x="98793" y="248297"/>
                </a:lnTo>
                <a:lnTo>
                  <a:pt x="139153" y="262966"/>
                </a:lnTo>
                <a:lnTo>
                  <a:pt x="185191" y="276148"/>
                </a:lnTo>
                <a:lnTo>
                  <a:pt x="236372" y="287718"/>
                </a:lnTo>
                <a:lnTo>
                  <a:pt x="292188" y="297522"/>
                </a:lnTo>
                <a:lnTo>
                  <a:pt x="352107" y="305396"/>
                </a:lnTo>
                <a:lnTo>
                  <a:pt x="415632" y="311213"/>
                </a:lnTo>
                <a:lnTo>
                  <a:pt x="482244" y="314807"/>
                </a:lnTo>
                <a:lnTo>
                  <a:pt x="551421" y="316039"/>
                </a:lnTo>
                <a:lnTo>
                  <a:pt x="620585" y="314807"/>
                </a:lnTo>
                <a:lnTo>
                  <a:pt x="687184" y="311213"/>
                </a:lnTo>
                <a:lnTo>
                  <a:pt x="750709" y="305396"/>
                </a:lnTo>
                <a:lnTo>
                  <a:pt x="810641" y="297522"/>
                </a:lnTo>
                <a:lnTo>
                  <a:pt x="866444" y="287718"/>
                </a:lnTo>
                <a:lnTo>
                  <a:pt x="917625" y="276148"/>
                </a:lnTo>
                <a:lnTo>
                  <a:pt x="963663" y="262966"/>
                </a:lnTo>
                <a:lnTo>
                  <a:pt x="1004036" y="248297"/>
                </a:lnTo>
                <a:lnTo>
                  <a:pt x="1065720" y="215125"/>
                </a:lnTo>
                <a:lnTo>
                  <a:pt x="1098537" y="177838"/>
                </a:lnTo>
                <a:lnTo>
                  <a:pt x="1102829" y="158013"/>
                </a:lnTo>
                <a:close/>
              </a:path>
            </a:pathLst>
          </a:custGeom>
          <a:solidFill>
            <a:srgbClr val="00AF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3761319" y="5860578"/>
            <a:ext cx="1262009" cy="285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5">
            <a:spAutoFit/>
          </a:bodyPr>
          <a:lstStyle/>
          <a:p>
            <a:pPr indent="0" lvl="0" marL="763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4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Databases</a:t>
            </a:r>
            <a:endParaRPr sz="1804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81" name="Google Shape;281;p8"/>
          <p:cNvGrpSpPr/>
          <p:nvPr/>
        </p:nvGrpSpPr>
        <p:grpSpPr>
          <a:xfrm>
            <a:off x="6299182" y="3716848"/>
            <a:ext cx="816870" cy="739692"/>
            <a:chOff x="10389934" y="6180980"/>
            <a:chExt cx="1358424" cy="1230079"/>
          </a:xfrm>
        </p:grpSpPr>
        <p:sp>
          <p:nvSpPr>
            <p:cNvPr id="282" name="Google Shape;282;p8"/>
            <p:cNvSpPr/>
            <p:nvPr/>
          </p:nvSpPr>
          <p:spPr>
            <a:xfrm>
              <a:off x="10389934" y="6328974"/>
              <a:ext cx="843280" cy="842644"/>
            </a:xfrm>
            <a:custGeom>
              <a:rect b="b" l="l" r="r" t="t"/>
              <a:pathLst>
                <a:path extrusionOk="0" h="842645" w="843279">
                  <a:moveTo>
                    <a:pt x="842804" y="0"/>
                  </a:moveTo>
                  <a:lnTo>
                    <a:pt x="0" y="0"/>
                  </a:lnTo>
                  <a:lnTo>
                    <a:pt x="0" y="842169"/>
                  </a:lnTo>
                  <a:lnTo>
                    <a:pt x="842804" y="842169"/>
                  </a:lnTo>
                  <a:lnTo>
                    <a:pt x="842804" y="0"/>
                  </a:lnTo>
                  <a:close/>
                </a:path>
              </a:pathLst>
            </a:custGeom>
            <a:solidFill>
              <a:srgbClr val="BE9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11232738" y="6328974"/>
              <a:ext cx="515620" cy="1082040"/>
            </a:xfrm>
            <a:custGeom>
              <a:rect b="b" l="l" r="r" t="t"/>
              <a:pathLst>
                <a:path extrusionOk="0" h="1082040" w="515620">
                  <a:moveTo>
                    <a:pt x="0" y="0"/>
                  </a:moveTo>
                  <a:lnTo>
                    <a:pt x="0" y="843863"/>
                  </a:lnTo>
                  <a:lnTo>
                    <a:pt x="515082" y="1081609"/>
                  </a:lnTo>
                  <a:lnTo>
                    <a:pt x="515082" y="237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4" name="Google Shape;28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07082" y="6180980"/>
              <a:ext cx="821178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p8"/>
            <p:cNvSpPr/>
            <p:nvPr/>
          </p:nvSpPr>
          <p:spPr>
            <a:xfrm>
              <a:off x="10473769" y="6203220"/>
              <a:ext cx="738505" cy="893444"/>
            </a:xfrm>
            <a:custGeom>
              <a:rect b="b" l="l" r="r" t="t"/>
              <a:pathLst>
                <a:path extrusionOk="0" h="893445" w="738504">
                  <a:moveTo>
                    <a:pt x="738009" y="0"/>
                  </a:moveTo>
                  <a:lnTo>
                    <a:pt x="0" y="0"/>
                  </a:lnTo>
                  <a:lnTo>
                    <a:pt x="0" y="892979"/>
                  </a:lnTo>
                  <a:lnTo>
                    <a:pt x="738009" y="892979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10473769" y="6203220"/>
              <a:ext cx="738505" cy="893444"/>
            </a:xfrm>
            <a:custGeom>
              <a:rect b="b" l="l" r="r" t="t"/>
              <a:pathLst>
                <a:path extrusionOk="0" h="893445" w="738504">
                  <a:moveTo>
                    <a:pt x="0" y="892979"/>
                  </a:moveTo>
                  <a:lnTo>
                    <a:pt x="738009" y="892979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7" name="Google Shape;287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495999" y="6219733"/>
              <a:ext cx="821178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8"/>
            <p:cNvSpPr/>
            <p:nvPr/>
          </p:nvSpPr>
          <p:spPr>
            <a:xfrm>
              <a:off x="10562686" y="6241963"/>
              <a:ext cx="738505" cy="894080"/>
            </a:xfrm>
            <a:custGeom>
              <a:rect b="b" l="l" r="r" t="t"/>
              <a:pathLst>
                <a:path extrusionOk="0" h="894079" w="738504">
                  <a:moveTo>
                    <a:pt x="738009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009" y="893614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10562686" y="6241963"/>
              <a:ext cx="738505" cy="894080"/>
            </a:xfrm>
            <a:custGeom>
              <a:rect b="b" l="l" r="r" t="t"/>
              <a:pathLst>
                <a:path extrusionOk="0" h="894079" w="738504">
                  <a:moveTo>
                    <a:pt x="0" y="893614"/>
                  </a:moveTo>
                  <a:lnTo>
                    <a:pt x="738009" y="893614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0" name="Google Shape;290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84281" y="6259111"/>
              <a:ext cx="821813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8"/>
            <p:cNvSpPr/>
            <p:nvPr/>
          </p:nvSpPr>
          <p:spPr>
            <a:xfrm>
              <a:off x="10650968" y="6281340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738644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644" y="893614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10650968" y="6281340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0" y="893614"/>
                  </a:moveTo>
                  <a:lnTo>
                    <a:pt x="738644" y="893614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3" name="Google Shape;293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73198" y="6298478"/>
              <a:ext cx="821813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8"/>
            <p:cNvSpPr/>
            <p:nvPr/>
          </p:nvSpPr>
          <p:spPr>
            <a:xfrm>
              <a:off x="10739885" y="6320718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738644" y="0"/>
                  </a:moveTo>
                  <a:lnTo>
                    <a:pt x="0" y="0"/>
                  </a:lnTo>
                  <a:lnTo>
                    <a:pt x="0" y="892979"/>
                  </a:lnTo>
                  <a:lnTo>
                    <a:pt x="738644" y="892979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10739885" y="6320718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0" y="892979"/>
                  </a:moveTo>
                  <a:lnTo>
                    <a:pt x="738644" y="892979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6" name="Google Shape;296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762114" y="6337231"/>
              <a:ext cx="821178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" name="Google Shape;297;p8"/>
            <p:cNvSpPr/>
            <p:nvPr/>
          </p:nvSpPr>
          <p:spPr>
            <a:xfrm>
              <a:off x="10828802" y="6359460"/>
              <a:ext cx="738505" cy="894080"/>
            </a:xfrm>
            <a:custGeom>
              <a:rect b="b" l="l" r="r" t="t"/>
              <a:pathLst>
                <a:path extrusionOk="0" h="894079" w="738504">
                  <a:moveTo>
                    <a:pt x="738009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009" y="893614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10828802" y="6359460"/>
              <a:ext cx="738505" cy="894080"/>
            </a:xfrm>
            <a:custGeom>
              <a:rect b="b" l="l" r="r" t="t"/>
              <a:pathLst>
                <a:path extrusionOk="0" h="894079" w="738504">
                  <a:moveTo>
                    <a:pt x="0" y="893614"/>
                  </a:moveTo>
                  <a:lnTo>
                    <a:pt x="738009" y="893614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9" name="Google Shape;299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873261" y="6386124"/>
              <a:ext cx="821178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8"/>
            <p:cNvSpPr/>
            <p:nvPr/>
          </p:nvSpPr>
          <p:spPr>
            <a:xfrm>
              <a:off x="10917719" y="6398837"/>
              <a:ext cx="738505" cy="169545"/>
            </a:xfrm>
            <a:custGeom>
              <a:rect b="b" l="l" r="r" t="t"/>
              <a:pathLst>
                <a:path extrusionOk="0" h="169545" w="738504">
                  <a:moveTo>
                    <a:pt x="0" y="168942"/>
                  </a:moveTo>
                  <a:lnTo>
                    <a:pt x="738009" y="168942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1689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10917719" y="6398837"/>
              <a:ext cx="738505" cy="893444"/>
            </a:xfrm>
            <a:custGeom>
              <a:rect b="b" l="l" r="r" t="t"/>
              <a:pathLst>
                <a:path extrusionOk="0" h="893445" w="738504">
                  <a:moveTo>
                    <a:pt x="0" y="892979"/>
                  </a:moveTo>
                  <a:lnTo>
                    <a:pt x="738009" y="892979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10389934" y="6328974"/>
              <a:ext cx="516255" cy="1082040"/>
            </a:xfrm>
            <a:custGeom>
              <a:rect b="b" l="l" r="r" t="t"/>
              <a:pathLst>
                <a:path extrusionOk="0" h="1082040" w="516254">
                  <a:moveTo>
                    <a:pt x="0" y="0"/>
                  </a:moveTo>
                  <a:lnTo>
                    <a:pt x="0" y="843545"/>
                  </a:lnTo>
                  <a:lnTo>
                    <a:pt x="515717" y="1081609"/>
                  </a:lnTo>
                  <a:lnTo>
                    <a:pt x="515717" y="238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A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10905651" y="6567779"/>
              <a:ext cx="842644" cy="843280"/>
            </a:xfrm>
            <a:custGeom>
              <a:rect b="b" l="l" r="r" t="t"/>
              <a:pathLst>
                <a:path extrusionOk="0" h="843279" w="842645">
                  <a:moveTo>
                    <a:pt x="842169" y="0"/>
                  </a:moveTo>
                  <a:lnTo>
                    <a:pt x="0" y="0"/>
                  </a:lnTo>
                  <a:lnTo>
                    <a:pt x="0" y="842804"/>
                  </a:lnTo>
                  <a:lnTo>
                    <a:pt x="842169" y="842804"/>
                  </a:lnTo>
                  <a:lnTo>
                    <a:pt x="842169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8"/>
          <p:cNvGrpSpPr/>
          <p:nvPr/>
        </p:nvGrpSpPr>
        <p:grpSpPr>
          <a:xfrm>
            <a:off x="7161941" y="3742825"/>
            <a:ext cx="1988627" cy="1826310"/>
            <a:chOff x="11824670" y="6224179"/>
            <a:chExt cx="3307013" cy="3037087"/>
          </a:xfrm>
        </p:grpSpPr>
        <p:sp>
          <p:nvSpPr>
            <p:cNvPr id="305" name="Google Shape;305;p8"/>
            <p:cNvSpPr/>
            <p:nvPr/>
          </p:nvSpPr>
          <p:spPr>
            <a:xfrm>
              <a:off x="11824670" y="6372162"/>
              <a:ext cx="842644" cy="842644"/>
            </a:xfrm>
            <a:custGeom>
              <a:rect b="b" l="l" r="r" t="t"/>
              <a:pathLst>
                <a:path extrusionOk="0" h="842645" w="842645">
                  <a:moveTo>
                    <a:pt x="842169" y="0"/>
                  </a:moveTo>
                  <a:lnTo>
                    <a:pt x="0" y="0"/>
                  </a:lnTo>
                  <a:lnTo>
                    <a:pt x="0" y="842169"/>
                  </a:lnTo>
                  <a:lnTo>
                    <a:pt x="842169" y="842169"/>
                  </a:lnTo>
                  <a:lnTo>
                    <a:pt x="842169" y="0"/>
                  </a:lnTo>
                  <a:close/>
                </a:path>
              </a:pathLst>
            </a:custGeom>
            <a:solidFill>
              <a:srgbClr val="BE9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12666840" y="6372162"/>
              <a:ext cx="516255" cy="1082040"/>
            </a:xfrm>
            <a:custGeom>
              <a:rect b="b" l="l" r="r" t="t"/>
              <a:pathLst>
                <a:path extrusionOk="0" h="1082040" w="516255">
                  <a:moveTo>
                    <a:pt x="0" y="0"/>
                  </a:moveTo>
                  <a:lnTo>
                    <a:pt x="0" y="843545"/>
                  </a:lnTo>
                  <a:lnTo>
                    <a:pt x="515717" y="1081609"/>
                  </a:lnTo>
                  <a:lnTo>
                    <a:pt x="515717" y="238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7" name="Google Shape;307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841184" y="6224179"/>
              <a:ext cx="821813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8"/>
            <p:cNvSpPr/>
            <p:nvPr/>
          </p:nvSpPr>
          <p:spPr>
            <a:xfrm>
              <a:off x="11907871" y="6246408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738644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644" y="893614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11907871" y="6246408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0" y="893614"/>
                  </a:moveTo>
                  <a:lnTo>
                    <a:pt x="738644" y="893614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0" name="Google Shape;310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930100" y="6262921"/>
              <a:ext cx="821813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8"/>
            <p:cNvSpPr/>
            <p:nvPr/>
          </p:nvSpPr>
          <p:spPr>
            <a:xfrm>
              <a:off x="11996788" y="6285151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738644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644" y="893614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11996788" y="6285151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0" y="893614"/>
                  </a:moveTo>
                  <a:lnTo>
                    <a:pt x="738644" y="893614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3" name="Google Shape;31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019017" y="6302299"/>
              <a:ext cx="821178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8"/>
            <p:cNvSpPr/>
            <p:nvPr/>
          </p:nvSpPr>
          <p:spPr>
            <a:xfrm>
              <a:off x="12085704" y="6324528"/>
              <a:ext cx="738505" cy="894080"/>
            </a:xfrm>
            <a:custGeom>
              <a:rect b="b" l="l" r="r" t="t"/>
              <a:pathLst>
                <a:path extrusionOk="0" h="894079" w="738504">
                  <a:moveTo>
                    <a:pt x="738009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009" y="893614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12085704" y="6324528"/>
              <a:ext cx="738505" cy="894080"/>
            </a:xfrm>
            <a:custGeom>
              <a:rect b="b" l="l" r="r" t="t"/>
              <a:pathLst>
                <a:path extrusionOk="0" h="894079" w="738504">
                  <a:moveTo>
                    <a:pt x="0" y="893614"/>
                  </a:moveTo>
                  <a:lnTo>
                    <a:pt x="738009" y="893614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6" name="Google Shape;316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107934" y="6341666"/>
              <a:ext cx="821178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8"/>
            <p:cNvSpPr/>
            <p:nvPr/>
          </p:nvSpPr>
          <p:spPr>
            <a:xfrm>
              <a:off x="12174621" y="6363906"/>
              <a:ext cx="738505" cy="893444"/>
            </a:xfrm>
            <a:custGeom>
              <a:rect b="b" l="l" r="r" t="t"/>
              <a:pathLst>
                <a:path extrusionOk="0" h="893445" w="738504">
                  <a:moveTo>
                    <a:pt x="738009" y="0"/>
                  </a:moveTo>
                  <a:lnTo>
                    <a:pt x="0" y="0"/>
                  </a:lnTo>
                  <a:lnTo>
                    <a:pt x="0" y="892979"/>
                  </a:lnTo>
                  <a:lnTo>
                    <a:pt x="738009" y="892979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12174621" y="6363906"/>
              <a:ext cx="738505" cy="893444"/>
            </a:xfrm>
            <a:custGeom>
              <a:rect b="b" l="l" r="r" t="t"/>
              <a:pathLst>
                <a:path extrusionOk="0" h="893445" w="738504">
                  <a:moveTo>
                    <a:pt x="0" y="892979"/>
                  </a:moveTo>
                  <a:lnTo>
                    <a:pt x="738009" y="892979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9" name="Google Shape;319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196216" y="6380419"/>
              <a:ext cx="821813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0" name="Google Shape;320;p8"/>
            <p:cNvSpPr/>
            <p:nvPr/>
          </p:nvSpPr>
          <p:spPr>
            <a:xfrm>
              <a:off x="12262903" y="6402648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738644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644" y="893614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12262903" y="6402648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0" y="893614"/>
                  </a:moveTo>
                  <a:lnTo>
                    <a:pt x="738644" y="893614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2" name="Google Shape;322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307362" y="6429323"/>
              <a:ext cx="821813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8"/>
            <p:cNvSpPr/>
            <p:nvPr/>
          </p:nvSpPr>
          <p:spPr>
            <a:xfrm>
              <a:off x="12351820" y="6442025"/>
              <a:ext cx="739140" cy="169545"/>
            </a:xfrm>
            <a:custGeom>
              <a:rect b="b" l="l" r="r" t="t"/>
              <a:pathLst>
                <a:path extrusionOk="0" h="169545" w="739140">
                  <a:moveTo>
                    <a:pt x="0" y="168942"/>
                  </a:moveTo>
                  <a:lnTo>
                    <a:pt x="738644" y="168942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1689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12351820" y="6442025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0" y="893614"/>
                  </a:moveTo>
                  <a:lnTo>
                    <a:pt x="738644" y="893614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11824670" y="6372162"/>
              <a:ext cx="515620" cy="1082040"/>
            </a:xfrm>
            <a:custGeom>
              <a:rect b="b" l="l" r="r" t="t"/>
              <a:pathLst>
                <a:path extrusionOk="0" h="1082040" w="515620">
                  <a:moveTo>
                    <a:pt x="0" y="0"/>
                  </a:moveTo>
                  <a:lnTo>
                    <a:pt x="0" y="843863"/>
                  </a:lnTo>
                  <a:lnTo>
                    <a:pt x="515082" y="1081609"/>
                  </a:lnTo>
                  <a:lnTo>
                    <a:pt x="515082" y="237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A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12339753" y="6610967"/>
              <a:ext cx="843280" cy="843280"/>
            </a:xfrm>
            <a:custGeom>
              <a:rect b="b" l="l" r="r" t="t"/>
              <a:pathLst>
                <a:path extrusionOk="0" h="843279" w="843280">
                  <a:moveTo>
                    <a:pt x="842804" y="0"/>
                  </a:moveTo>
                  <a:lnTo>
                    <a:pt x="0" y="0"/>
                  </a:lnTo>
                  <a:lnTo>
                    <a:pt x="0" y="842804"/>
                  </a:lnTo>
                  <a:lnTo>
                    <a:pt x="842804" y="842804"/>
                  </a:lnTo>
                  <a:lnTo>
                    <a:pt x="84280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13316568" y="6446471"/>
              <a:ext cx="842644" cy="842644"/>
            </a:xfrm>
            <a:custGeom>
              <a:rect b="b" l="l" r="r" t="t"/>
              <a:pathLst>
                <a:path extrusionOk="0" h="842645" w="842644">
                  <a:moveTo>
                    <a:pt x="842169" y="0"/>
                  </a:moveTo>
                  <a:lnTo>
                    <a:pt x="0" y="0"/>
                  </a:lnTo>
                  <a:lnTo>
                    <a:pt x="0" y="842169"/>
                  </a:lnTo>
                  <a:lnTo>
                    <a:pt x="842169" y="842169"/>
                  </a:lnTo>
                  <a:lnTo>
                    <a:pt x="842169" y="0"/>
                  </a:lnTo>
                  <a:close/>
                </a:path>
              </a:pathLst>
            </a:custGeom>
            <a:solidFill>
              <a:srgbClr val="BE9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14158737" y="6446471"/>
              <a:ext cx="516255" cy="1081405"/>
            </a:xfrm>
            <a:custGeom>
              <a:rect b="b" l="l" r="r" t="t"/>
              <a:pathLst>
                <a:path extrusionOk="0" h="1081404" w="516255">
                  <a:moveTo>
                    <a:pt x="0" y="0"/>
                  </a:moveTo>
                  <a:lnTo>
                    <a:pt x="0" y="842910"/>
                  </a:lnTo>
                  <a:lnTo>
                    <a:pt x="515717" y="1080974"/>
                  </a:lnTo>
                  <a:lnTo>
                    <a:pt x="515717" y="238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9" name="Google Shape;329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333081" y="6298477"/>
              <a:ext cx="821813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p8"/>
            <p:cNvSpPr/>
            <p:nvPr/>
          </p:nvSpPr>
          <p:spPr>
            <a:xfrm>
              <a:off x="13399768" y="6320717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738644" y="0"/>
                  </a:moveTo>
                  <a:lnTo>
                    <a:pt x="0" y="0"/>
                  </a:lnTo>
                  <a:lnTo>
                    <a:pt x="0" y="892979"/>
                  </a:lnTo>
                  <a:lnTo>
                    <a:pt x="738644" y="892979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13399768" y="6320717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0" y="892979"/>
                  </a:moveTo>
                  <a:lnTo>
                    <a:pt x="738644" y="892979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2" name="Google Shape;332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421998" y="6337230"/>
              <a:ext cx="821813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8"/>
            <p:cNvSpPr/>
            <p:nvPr/>
          </p:nvSpPr>
          <p:spPr>
            <a:xfrm>
              <a:off x="13488685" y="6359460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738644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644" y="893614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13488685" y="6359460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0" y="893614"/>
                  </a:moveTo>
                  <a:lnTo>
                    <a:pt x="738644" y="893614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5" name="Google Shape;335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510915" y="6376597"/>
              <a:ext cx="821178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8"/>
            <p:cNvSpPr/>
            <p:nvPr/>
          </p:nvSpPr>
          <p:spPr>
            <a:xfrm>
              <a:off x="13577602" y="6398837"/>
              <a:ext cx="738505" cy="893444"/>
            </a:xfrm>
            <a:custGeom>
              <a:rect b="b" l="l" r="r" t="t"/>
              <a:pathLst>
                <a:path extrusionOk="0" h="893445" w="738505">
                  <a:moveTo>
                    <a:pt x="738009" y="0"/>
                  </a:moveTo>
                  <a:lnTo>
                    <a:pt x="0" y="0"/>
                  </a:lnTo>
                  <a:lnTo>
                    <a:pt x="0" y="892979"/>
                  </a:lnTo>
                  <a:lnTo>
                    <a:pt x="738009" y="892979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13577602" y="6398837"/>
              <a:ext cx="738505" cy="893444"/>
            </a:xfrm>
            <a:custGeom>
              <a:rect b="b" l="l" r="r" t="t"/>
              <a:pathLst>
                <a:path extrusionOk="0" h="893445" w="738505">
                  <a:moveTo>
                    <a:pt x="0" y="892979"/>
                  </a:moveTo>
                  <a:lnTo>
                    <a:pt x="738009" y="892979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8" name="Google Shape;338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599832" y="6415350"/>
              <a:ext cx="821178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9" name="Google Shape;339;p8"/>
            <p:cNvSpPr/>
            <p:nvPr/>
          </p:nvSpPr>
          <p:spPr>
            <a:xfrm>
              <a:off x="13666519" y="6437579"/>
              <a:ext cx="738505" cy="894080"/>
            </a:xfrm>
            <a:custGeom>
              <a:rect b="b" l="l" r="r" t="t"/>
              <a:pathLst>
                <a:path extrusionOk="0" h="894079" w="738505">
                  <a:moveTo>
                    <a:pt x="738009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009" y="893614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8"/>
            <p:cNvSpPr/>
            <p:nvPr/>
          </p:nvSpPr>
          <p:spPr>
            <a:xfrm>
              <a:off x="13666519" y="6437579"/>
              <a:ext cx="738505" cy="894080"/>
            </a:xfrm>
            <a:custGeom>
              <a:rect b="b" l="l" r="r" t="t"/>
              <a:pathLst>
                <a:path extrusionOk="0" h="894079" w="738505">
                  <a:moveTo>
                    <a:pt x="0" y="893614"/>
                  </a:moveTo>
                  <a:lnTo>
                    <a:pt x="738009" y="893614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1" name="Google Shape;341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688749" y="6454728"/>
              <a:ext cx="821178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p8"/>
            <p:cNvSpPr/>
            <p:nvPr/>
          </p:nvSpPr>
          <p:spPr>
            <a:xfrm>
              <a:off x="13755436" y="6476957"/>
              <a:ext cx="738505" cy="894080"/>
            </a:xfrm>
            <a:custGeom>
              <a:rect b="b" l="l" r="r" t="t"/>
              <a:pathLst>
                <a:path extrusionOk="0" h="894079" w="738505">
                  <a:moveTo>
                    <a:pt x="738009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009" y="893614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13755436" y="6476957"/>
              <a:ext cx="738505" cy="894080"/>
            </a:xfrm>
            <a:custGeom>
              <a:rect b="b" l="l" r="r" t="t"/>
              <a:pathLst>
                <a:path extrusionOk="0" h="894079" w="738505">
                  <a:moveTo>
                    <a:pt x="0" y="893614"/>
                  </a:moveTo>
                  <a:lnTo>
                    <a:pt x="738009" y="893614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4" name="Google Shape;344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799260" y="6503621"/>
              <a:ext cx="821813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8"/>
            <p:cNvSpPr/>
            <p:nvPr/>
          </p:nvSpPr>
          <p:spPr>
            <a:xfrm>
              <a:off x="13843717" y="6516334"/>
              <a:ext cx="739140" cy="169545"/>
            </a:xfrm>
            <a:custGeom>
              <a:rect b="b" l="l" r="r" t="t"/>
              <a:pathLst>
                <a:path extrusionOk="0" h="169545" w="739140">
                  <a:moveTo>
                    <a:pt x="0" y="168942"/>
                  </a:moveTo>
                  <a:lnTo>
                    <a:pt x="738644" y="168942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1689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13843717" y="6516334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0" y="892979"/>
                  </a:moveTo>
                  <a:lnTo>
                    <a:pt x="738644" y="892979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8"/>
            <p:cNvSpPr/>
            <p:nvPr/>
          </p:nvSpPr>
          <p:spPr>
            <a:xfrm>
              <a:off x="13316568" y="6446471"/>
              <a:ext cx="515620" cy="1081405"/>
            </a:xfrm>
            <a:custGeom>
              <a:rect b="b" l="l" r="r" t="t"/>
              <a:pathLst>
                <a:path extrusionOk="0" h="1081404" w="515619">
                  <a:moveTo>
                    <a:pt x="0" y="0"/>
                  </a:moveTo>
                  <a:lnTo>
                    <a:pt x="0" y="843228"/>
                  </a:lnTo>
                  <a:lnTo>
                    <a:pt x="515082" y="1080974"/>
                  </a:lnTo>
                  <a:lnTo>
                    <a:pt x="515082" y="237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A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8"/>
            <p:cNvSpPr/>
            <p:nvPr/>
          </p:nvSpPr>
          <p:spPr>
            <a:xfrm>
              <a:off x="13831650" y="6685276"/>
              <a:ext cx="843280" cy="842644"/>
            </a:xfrm>
            <a:custGeom>
              <a:rect b="b" l="l" r="r" t="t"/>
              <a:pathLst>
                <a:path extrusionOk="0" h="842645" w="843280">
                  <a:moveTo>
                    <a:pt x="842804" y="0"/>
                  </a:moveTo>
                  <a:lnTo>
                    <a:pt x="0" y="0"/>
                  </a:lnTo>
                  <a:lnTo>
                    <a:pt x="0" y="842169"/>
                  </a:lnTo>
                  <a:lnTo>
                    <a:pt x="842804" y="842169"/>
                  </a:lnTo>
                  <a:lnTo>
                    <a:pt x="84280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11904695" y="7735130"/>
              <a:ext cx="843280" cy="843280"/>
            </a:xfrm>
            <a:custGeom>
              <a:rect b="b" l="l" r="r" t="t"/>
              <a:pathLst>
                <a:path extrusionOk="0" h="843279" w="843279">
                  <a:moveTo>
                    <a:pt x="842804" y="0"/>
                  </a:moveTo>
                  <a:lnTo>
                    <a:pt x="0" y="0"/>
                  </a:lnTo>
                  <a:lnTo>
                    <a:pt x="0" y="842804"/>
                  </a:lnTo>
                  <a:lnTo>
                    <a:pt x="842804" y="842804"/>
                  </a:lnTo>
                  <a:lnTo>
                    <a:pt x="842804" y="0"/>
                  </a:lnTo>
                  <a:close/>
                </a:path>
              </a:pathLst>
            </a:custGeom>
            <a:solidFill>
              <a:srgbClr val="BE9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8"/>
            <p:cNvSpPr/>
            <p:nvPr/>
          </p:nvSpPr>
          <p:spPr>
            <a:xfrm>
              <a:off x="12747500" y="7735130"/>
              <a:ext cx="515620" cy="1082040"/>
            </a:xfrm>
            <a:custGeom>
              <a:rect b="b" l="l" r="r" t="t"/>
              <a:pathLst>
                <a:path extrusionOk="0" h="1082040" w="515619">
                  <a:moveTo>
                    <a:pt x="0" y="0"/>
                  </a:moveTo>
                  <a:lnTo>
                    <a:pt x="0" y="843863"/>
                  </a:lnTo>
                  <a:lnTo>
                    <a:pt x="515082" y="1081609"/>
                  </a:lnTo>
                  <a:lnTo>
                    <a:pt x="515082" y="237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51" name="Google Shape;351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921844" y="7587147"/>
              <a:ext cx="821178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8"/>
            <p:cNvSpPr/>
            <p:nvPr/>
          </p:nvSpPr>
          <p:spPr>
            <a:xfrm>
              <a:off x="11988531" y="7609377"/>
              <a:ext cx="738505" cy="894080"/>
            </a:xfrm>
            <a:custGeom>
              <a:rect b="b" l="l" r="r" t="t"/>
              <a:pathLst>
                <a:path extrusionOk="0" h="894079" w="738504">
                  <a:moveTo>
                    <a:pt x="738009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009" y="893614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11988531" y="7609377"/>
              <a:ext cx="738505" cy="894080"/>
            </a:xfrm>
            <a:custGeom>
              <a:rect b="b" l="l" r="r" t="t"/>
              <a:pathLst>
                <a:path extrusionOk="0" h="894079" w="738504">
                  <a:moveTo>
                    <a:pt x="0" y="893614"/>
                  </a:moveTo>
                  <a:lnTo>
                    <a:pt x="738009" y="893614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54" name="Google Shape;35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10126" y="7626514"/>
              <a:ext cx="821813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p8"/>
            <p:cNvSpPr/>
            <p:nvPr/>
          </p:nvSpPr>
          <p:spPr>
            <a:xfrm>
              <a:off x="12076813" y="7648754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738644" y="0"/>
                  </a:moveTo>
                  <a:lnTo>
                    <a:pt x="0" y="0"/>
                  </a:lnTo>
                  <a:lnTo>
                    <a:pt x="0" y="892979"/>
                  </a:lnTo>
                  <a:lnTo>
                    <a:pt x="738644" y="892979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8"/>
            <p:cNvSpPr/>
            <p:nvPr/>
          </p:nvSpPr>
          <p:spPr>
            <a:xfrm>
              <a:off x="12076813" y="7648754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0" y="892979"/>
                  </a:moveTo>
                  <a:lnTo>
                    <a:pt x="738644" y="892979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57" name="Google Shape;357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099042" y="7665267"/>
              <a:ext cx="821813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8"/>
            <p:cNvSpPr/>
            <p:nvPr/>
          </p:nvSpPr>
          <p:spPr>
            <a:xfrm>
              <a:off x="12165730" y="7687496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738644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644" y="893614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12165730" y="7687496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0" y="893614"/>
                  </a:moveTo>
                  <a:lnTo>
                    <a:pt x="738644" y="893614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0" name="Google Shape;360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187959" y="7704634"/>
              <a:ext cx="821178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8"/>
            <p:cNvSpPr/>
            <p:nvPr/>
          </p:nvSpPr>
          <p:spPr>
            <a:xfrm>
              <a:off x="12254646" y="7726874"/>
              <a:ext cx="738505" cy="893444"/>
            </a:xfrm>
            <a:custGeom>
              <a:rect b="b" l="l" r="r" t="t"/>
              <a:pathLst>
                <a:path extrusionOk="0" h="893445" w="738504">
                  <a:moveTo>
                    <a:pt x="738009" y="0"/>
                  </a:moveTo>
                  <a:lnTo>
                    <a:pt x="0" y="0"/>
                  </a:lnTo>
                  <a:lnTo>
                    <a:pt x="0" y="892979"/>
                  </a:lnTo>
                  <a:lnTo>
                    <a:pt x="738009" y="892979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12254646" y="7726874"/>
              <a:ext cx="738505" cy="893444"/>
            </a:xfrm>
            <a:custGeom>
              <a:rect b="b" l="l" r="r" t="t"/>
              <a:pathLst>
                <a:path extrusionOk="0" h="893445" w="738504">
                  <a:moveTo>
                    <a:pt x="0" y="892979"/>
                  </a:moveTo>
                  <a:lnTo>
                    <a:pt x="738009" y="892979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3" name="Google Shape;36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276876" y="7743387"/>
              <a:ext cx="821178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8"/>
            <p:cNvSpPr/>
            <p:nvPr/>
          </p:nvSpPr>
          <p:spPr>
            <a:xfrm>
              <a:off x="12343563" y="7765616"/>
              <a:ext cx="738505" cy="894080"/>
            </a:xfrm>
            <a:custGeom>
              <a:rect b="b" l="l" r="r" t="t"/>
              <a:pathLst>
                <a:path extrusionOk="0" h="894079" w="738505">
                  <a:moveTo>
                    <a:pt x="738009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009" y="893614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12343563" y="7765616"/>
              <a:ext cx="738505" cy="894080"/>
            </a:xfrm>
            <a:custGeom>
              <a:rect b="b" l="l" r="r" t="t"/>
              <a:pathLst>
                <a:path extrusionOk="0" h="894079" w="738505">
                  <a:moveTo>
                    <a:pt x="0" y="893614"/>
                  </a:moveTo>
                  <a:lnTo>
                    <a:pt x="738009" y="893614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6" name="Google Shape;366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387387" y="7792291"/>
              <a:ext cx="821813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8"/>
            <p:cNvSpPr/>
            <p:nvPr/>
          </p:nvSpPr>
          <p:spPr>
            <a:xfrm>
              <a:off x="12431845" y="7804994"/>
              <a:ext cx="739140" cy="169545"/>
            </a:xfrm>
            <a:custGeom>
              <a:rect b="b" l="l" r="r" t="t"/>
              <a:pathLst>
                <a:path extrusionOk="0" h="169545" w="739140">
                  <a:moveTo>
                    <a:pt x="0" y="168942"/>
                  </a:moveTo>
                  <a:lnTo>
                    <a:pt x="738644" y="168942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1689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12431845" y="7804994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0" y="893614"/>
                  </a:moveTo>
                  <a:lnTo>
                    <a:pt x="738644" y="893614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11904695" y="7735130"/>
              <a:ext cx="516255" cy="1082040"/>
            </a:xfrm>
            <a:custGeom>
              <a:rect b="b" l="l" r="r" t="t"/>
              <a:pathLst>
                <a:path extrusionOk="0" h="1082040" w="516254">
                  <a:moveTo>
                    <a:pt x="0" y="0"/>
                  </a:moveTo>
                  <a:lnTo>
                    <a:pt x="0" y="843545"/>
                  </a:lnTo>
                  <a:lnTo>
                    <a:pt x="515717" y="1081609"/>
                  </a:lnTo>
                  <a:lnTo>
                    <a:pt x="515717" y="238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A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12420413" y="7973936"/>
              <a:ext cx="842644" cy="843280"/>
            </a:xfrm>
            <a:custGeom>
              <a:rect b="b" l="l" r="r" t="t"/>
              <a:pathLst>
                <a:path extrusionOk="0" h="843279" w="842644">
                  <a:moveTo>
                    <a:pt x="842169" y="0"/>
                  </a:moveTo>
                  <a:lnTo>
                    <a:pt x="0" y="0"/>
                  </a:lnTo>
                  <a:lnTo>
                    <a:pt x="0" y="842804"/>
                  </a:lnTo>
                  <a:lnTo>
                    <a:pt x="842169" y="842804"/>
                  </a:lnTo>
                  <a:lnTo>
                    <a:pt x="842169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13419457" y="7813250"/>
              <a:ext cx="842644" cy="843280"/>
            </a:xfrm>
            <a:custGeom>
              <a:rect b="b" l="l" r="r" t="t"/>
              <a:pathLst>
                <a:path extrusionOk="0" h="843279" w="842644">
                  <a:moveTo>
                    <a:pt x="842169" y="0"/>
                  </a:moveTo>
                  <a:lnTo>
                    <a:pt x="0" y="0"/>
                  </a:lnTo>
                  <a:lnTo>
                    <a:pt x="0" y="842804"/>
                  </a:lnTo>
                  <a:lnTo>
                    <a:pt x="842169" y="842804"/>
                  </a:lnTo>
                  <a:lnTo>
                    <a:pt x="842169" y="0"/>
                  </a:lnTo>
                  <a:close/>
                </a:path>
              </a:pathLst>
            </a:custGeom>
            <a:solidFill>
              <a:srgbClr val="BE9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14261627" y="7813250"/>
              <a:ext cx="516255" cy="1082040"/>
            </a:xfrm>
            <a:custGeom>
              <a:rect b="b" l="l" r="r" t="t"/>
              <a:pathLst>
                <a:path extrusionOk="0" h="1082040" w="516255">
                  <a:moveTo>
                    <a:pt x="0" y="0"/>
                  </a:moveTo>
                  <a:lnTo>
                    <a:pt x="0" y="843545"/>
                  </a:lnTo>
                  <a:lnTo>
                    <a:pt x="515717" y="1081609"/>
                  </a:lnTo>
                  <a:lnTo>
                    <a:pt x="515717" y="238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3" name="Google Shape;37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435971" y="7665267"/>
              <a:ext cx="821813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4" name="Google Shape;374;p8"/>
            <p:cNvSpPr/>
            <p:nvPr/>
          </p:nvSpPr>
          <p:spPr>
            <a:xfrm>
              <a:off x="13502658" y="7687496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738644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644" y="893614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13502658" y="7687496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0" y="893614"/>
                  </a:moveTo>
                  <a:lnTo>
                    <a:pt x="738644" y="893614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6" name="Google Shape;376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524888" y="7704634"/>
              <a:ext cx="821813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8"/>
            <p:cNvSpPr/>
            <p:nvPr/>
          </p:nvSpPr>
          <p:spPr>
            <a:xfrm>
              <a:off x="13591575" y="7726874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738644" y="0"/>
                  </a:moveTo>
                  <a:lnTo>
                    <a:pt x="0" y="0"/>
                  </a:lnTo>
                  <a:lnTo>
                    <a:pt x="0" y="892979"/>
                  </a:lnTo>
                  <a:lnTo>
                    <a:pt x="738644" y="892979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3591575" y="7726874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0" y="892979"/>
                  </a:moveTo>
                  <a:lnTo>
                    <a:pt x="738644" y="892979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9" name="Google Shape;379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613805" y="7743387"/>
              <a:ext cx="821178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8"/>
            <p:cNvSpPr/>
            <p:nvPr/>
          </p:nvSpPr>
          <p:spPr>
            <a:xfrm>
              <a:off x="13680492" y="7765616"/>
              <a:ext cx="738505" cy="894080"/>
            </a:xfrm>
            <a:custGeom>
              <a:rect b="b" l="l" r="r" t="t"/>
              <a:pathLst>
                <a:path extrusionOk="0" h="894079" w="738505">
                  <a:moveTo>
                    <a:pt x="738009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009" y="893614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3680492" y="7765616"/>
              <a:ext cx="738505" cy="894080"/>
            </a:xfrm>
            <a:custGeom>
              <a:rect b="b" l="l" r="r" t="t"/>
              <a:pathLst>
                <a:path extrusionOk="0" h="894079" w="738505">
                  <a:moveTo>
                    <a:pt x="0" y="893614"/>
                  </a:moveTo>
                  <a:lnTo>
                    <a:pt x="738009" y="893614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2" name="Google Shape;382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702721" y="7782764"/>
              <a:ext cx="821178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" name="Google Shape;383;p8"/>
            <p:cNvSpPr/>
            <p:nvPr/>
          </p:nvSpPr>
          <p:spPr>
            <a:xfrm>
              <a:off x="13769408" y="7804994"/>
              <a:ext cx="738505" cy="894080"/>
            </a:xfrm>
            <a:custGeom>
              <a:rect b="b" l="l" r="r" t="t"/>
              <a:pathLst>
                <a:path extrusionOk="0" h="894079" w="738505">
                  <a:moveTo>
                    <a:pt x="738009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009" y="893614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13769408" y="7804994"/>
              <a:ext cx="738505" cy="894080"/>
            </a:xfrm>
            <a:custGeom>
              <a:rect b="b" l="l" r="r" t="t"/>
              <a:pathLst>
                <a:path extrusionOk="0" h="894079" w="738505">
                  <a:moveTo>
                    <a:pt x="0" y="893614"/>
                  </a:moveTo>
                  <a:lnTo>
                    <a:pt x="738009" y="893614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5" name="Google Shape;385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791638" y="7822131"/>
              <a:ext cx="821178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6" name="Google Shape;386;p8"/>
            <p:cNvSpPr/>
            <p:nvPr/>
          </p:nvSpPr>
          <p:spPr>
            <a:xfrm>
              <a:off x="13858325" y="7844371"/>
              <a:ext cx="738505" cy="893444"/>
            </a:xfrm>
            <a:custGeom>
              <a:rect b="b" l="l" r="r" t="t"/>
              <a:pathLst>
                <a:path extrusionOk="0" h="893445" w="738505">
                  <a:moveTo>
                    <a:pt x="738009" y="0"/>
                  </a:moveTo>
                  <a:lnTo>
                    <a:pt x="0" y="0"/>
                  </a:lnTo>
                  <a:lnTo>
                    <a:pt x="0" y="892979"/>
                  </a:lnTo>
                  <a:lnTo>
                    <a:pt x="738009" y="892979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13858325" y="7844371"/>
              <a:ext cx="738505" cy="893444"/>
            </a:xfrm>
            <a:custGeom>
              <a:rect b="b" l="l" r="r" t="t"/>
              <a:pathLst>
                <a:path extrusionOk="0" h="893445" w="738505">
                  <a:moveTo>
                    <a:pt x="0" y="892979"/>
                  </a:moveTo>
                  <a:lnTo>
                    <a:pt x="738009" y="892979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8" name="Google Shape;388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902149" y="7870411"/>
              <a:ext cx="821813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8"/>
            <p:cNvSpPr/>
            <p:nvPr/>
          </p:nvSpPr>
          <p:spPr>
            <a:xfrm>
              <a:off x="13946607" y="7883113"/>
              <a:ext cx="739140" cy="170180"/>
            </a:xfrm>
            <a:custGeom>
              <a:rect b="b" l="l" r="r" t="t"/>
              <a:pathLst>
                <a:path extrusionOk="0" h="170179" w="739140">
                  <a:moveTo>
                    <a:pt x="0" y="169577"/>
                  </a:moveTo>
                  <a:lnTo>
                    <a:pt x="738644" y="169577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1695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13946607" y="7883113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0" y="893614"/>
                  </a:moveTo>
                  <a:lnTo>
                    <a:pt x="738644" y="893614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13419457" y="7813250"/>
              <a:ext cx="515620" cy="1082040"/>
            </a:xfrm>
            <a:custGeom>
              <a:rect b="b" l="l" r="r" t="t"/>
              <a:pathLst>
                <a:path extrusionOk="0" h="1082040" w="515619">
                  <a:moveTo>
                    <a:pt x="0" y="0"/>
                  </a:moveTo>
                  <a:lnTo>
                    <a:pt x="0" y="843863"/>
                  </a:lnTo>
                  <a:lnTo>
                    <a:pt x="515082" y="1081609"/>
                  </a:lnTo>
                  <a:lnTo>
                    <a:pt x="515082" y="237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A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13934540" y="8052691"/>
              <a:ext cx="843280" cy="842644"/>
            </a:xfrm>
            <a:custGeom>
              <a:rect b="b" l="l" r="r" t="t"/>
              <a:pathLst>
                <a:path extrusionOk="0" h="842645" w="843280">
                  <a:moveTo>
                    <a:pt x="842804" y="0"/>
                  </a:moveTo>
                  <a:lnTo>
                    <a:pt x="0" y="0"/>
                  </a:lnTo>
                  <a:lnTo>
                    <a:pt x="0" y="842169"/>
                  </a:lnTo>
                  <a:lnTo>
                    <a:pt x="842804" y="842169"/>
                  </a:lnTo>
                  <a:lnTo>
                    <a:pt x="84280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13154294" y="7283877"/>
              <a:ext cx="1977389" cy="1977389"/>
            </a:xfrm>
            <a:custGeom>
              <a:rect b="b" l="l" r="r" t="t"/>
              <a:pathLst>
                <a:path extrusionOk="0" h="1977390" w="1977390">
                  <a:moveTo>
                    <a:pt x="0" y="988564"/>
                  </a:moveTo>
                  <a:lnTo>
                    <a:pt x="1139" y="940666"/>
                  </a:lnTo>
                  <a:lnTo>
                    <a:pt x="4525" y="893355"/>
                  </a:lnTo>
                  <a:lnTo>
                    <a:pt x="10103" y="846686"/>
                  </a:lnTo>
                  <a:lnTo>
                    <a:pt x="17824" y="800708"/>
                  </a:lnTo>
                  <a:lnTo>
                    <a:pt x="27635" y="755474"/>
                  </a:lnTo>
                  <a:lnTo>
                    <a:pt x="39483" y="711036"/>
                  </a:lnTo>
                  <a:lnTo>
                    <a:pt x="53319" y="667445"/>
                  </a:lnTo>
                  <a:lnTo>
                    <a:pt x="69088" y="624753"/>
                  </a:lnTo>
                  <a:lnTo>
                    <a:pt x="86741" y="583013"/>
                  </a:lnTo>
                  <a:lnTo>
                    <a:pt x="106225" y="542275"/>
                  </a:lnTo>
                  <a:lnTo>
                    <a:pt x="127488" y="502591"/>
                  </a:lnTo>
                  <a:lnTo>
                    <a:pt x="150479" y="464014"/>
                  </a:lnTo>
                  <a:lnTo>
                    <a:pt x="175146" y="426595"/>
                  </a:lnTo>
                  <a:lnTo>
                    <a:pt x="201437" y="390386"/>
                  </a:lnTo>
                  <a:lnTo>
                    <a:pt x="229299" y="355438"/>
                  </a:lnTo>
                  <a:lnTo>
                    <a:pt x="258683" y="321804"/>
                  </a:lnTo>
                  <a:lnTo>
                    <a:pt x="289535" y="289535"/>
                  </a:lnTo>
                  <a:lnTo>
                    <a:pt x="321804" y="258683"/>
                  </a:lnTo>
                  <a:lnTo>
                    <a:pt x="355438" y="229299"/>
                  </a:lnTo>
                  <a:lnTo>
                    <a:pt x="390386" y="201437"/>
                  </a:lnTo>
                  <a:lnTo>
                    <a:pt x="426595" y="175146"/>
                  </a:lnTo>
                  <a:lnTo>
                    <a:pt x="464014" y="150479"/>
                  </a:lnTo>
                  <a:lnTo>
                    <a:pt x="502591" y="127488"/>
                  </a:lnTo>
                  <a:lnTo>
                    <a:pt x="542275" y="106225"/>
                  </a:lnTo>
                  <a:lnTo>
                    <a:pt x="583013" y="86741"/>
                  </a:lnTo>
                  <a:lnTo>
                    <a:pt x="624753" y="69088"/>
                  </a:lnTo>
                  <a:lnTo>
                    <a:pt x="667445" y="53319"/>
                  </a:lnTo>
                  <a:lnTo>
                    <a:pt x="711036" y="39483"/>
                  </a:lnTo>
                  <a:lnTo>
                    <a:pt x="755474" y="27635"/>
                  </a:lnTo>
                  <a:lnTo>
                    <a:pt x="800708" y="17824"/>
                  </a:lnTo>
                  <a:lnTo>
                    <a:pt x="846686" y="10103"/>
                  </a:lnTo>
                  <a:lnTo>
                    <a:pt x="893355" y="4525"/>
                  </a:lnTo>
                  <a:lnTo>
                    <a:pt x="940666" y="1139"/>
                  </a:lnTo>
                  <a:lnTo>
                    <a:pt x="988564" y="0"/>
                  </a:lnTo>
                  <a:lnTo>
                    <a:pt x="1036463" y="1139"/>
                  </a:lnTo>
                  <a:lnTo>
                    <a:pt x="1083773" y="4525"/>
                  </a:lnTo>
                  <a:lnTo>
                    <a:pt x="1130443" y="10103"/>
                  </a:lnTo>
                  <a:lnTo>
                    <a:pt x="1176421" y="17824"/>
                  </a:lnTo>
                  <a:lnTo>
                    <a:pt x="1221655" y="27635"/>
                  </a:lnTo>
                  <a:lnTo>
                    <a:pt x="1266093" y="39483"/>
                  </a:lnTo>
                  <a:lnTo>
                    <a:pt x="1309684" y="53319"/>
                  </a:lnTo>
                  <a:lnTo>
                    <a:pt x="1352375" y="69088"/>
                  </a:lnTo>
                  <a:lnTo>
                    <a:pt x="1394116" y="86741"/>
                  </a:lnTo>
                  <a:lnTo>
                    <a:pt x="1434854" y="106225"/>
                  </a:lnTo>
                  <a:lnTo>
                    <a:pt x="1474537" y="127488"/>
                  </a:lnTo>
                  <a:lnTo>
                    <a:pt x="1513115" y="150479"/>
                  </a:lnTo>
                  <a:lnTo>
                    <a:pt x="1550534" y="175146"/>
                  </a:lnTo>
                  <a:lnTo>
                    <a:pt x="1586743" y="201437"/>
                  </a:lnTo>
                  <a:lnTo>
                    <a:pt x="1621690" y="229299"/>
                  </a:lnTo>
                  <a:lnTo>
                    <a:pt x="1655325" y="258683"/>
                  </a:lnTo>
                  <a:lnTo>
                    <a:pt x="1687594" y="289535"/>
                  </a:lnTo>
                  <a:lnTo>
                    <a:pt x="1718446" y="321804"/>
                  </a:lnTo>
                  <a:lnTo>
                    <a:pt x="1747829" y="355438"/>
                  </a:lnTo>
                  <a:lnTo>
                    <a:pt x="1775692" y="390386"/>
                  </a:lnTo>
                  <a:lnTo>
                    <a:pt x="1801983" y="426595"/>
                  </a:lnTo>
                  <a:lnTo>
                    <a:pt x="1826649" y="464014"/>
                  </a:lnTo>
                  <a:lnTo>
                    <a:pt x="1849640" y="502591"/>
                  </a:lnTo>
                  <a:lnTo>
                    <a:pt x="1870904" y="542275"/>
                  </a:lnTo>
                  <a:lnTo>
                    <a:pt x="1890387" y="583013"/>
                  </a:lnTo>
                  <a:lnTo>
                    <a:pt x="1908040" y="624753"/>
                  </a:lnTo>
                  <a:lnTo>
                    <a:pt x="1923810" y="667445"/>
                  </a:lnTo>
                  <a:lnTo>
                    <a:pt x="1937645" y="711036"/>
                  </a:lnTo>
                  <a:lnTo>
                    <a:pt x="1949494" y="755474"/>
                  </a:lnTo>
                  <a:lnTo>
                    <a:pt x="1959305" y="800708"/>
                  </a:lnTo>
                  <a:lnTo>
                    <a:pt x="1967025" y="846686"/>
                  </a:lnTo>
                  <a:lnTo>
                    <a:pt x="1972604" y="893355"/>
                  </a:lnTo>
                  <a:lnTo>
                    <a:pt x="1975989" y="940666"/>
                  </a:lnTo>
                  <a:lnTo>
                    <a:pt x="1977129" y="988564"/>
                  </a:lnTo>
                  <a:lnTo>
                    <a:pt x="1975989" y="1036463"/>
                  </a:lnTo>
                  <a:lnTo>
                    <a:pt x="1972604" y="1083773"/>
                  </a:lnTo>
                  <a:lnTo>
                    <a:pt x="1967025" y="1130443"/>
                  </a:lnTo>
                  <a:lnTo>
                    <a:pt x="1959305" y="1176421"/>
                  </a:lnTo>
                  <a:lnTo>
                    <a:pt x="1949494" y="1221655"/>
                  </a:lnTo>
                  <a:lnTo>
                    <a:pt x="1937645" y="1266093"/>
                  </a:lnTo>
                  <a:lnTo>
                    <a:pt x="1923810" y="1309684"/>
                  </a:lnTo>
                  <a:lnTo>
                    <a:pt x="1908040" y="1352375"/>
                  </a:lnTo>
                  <a:lnTo>
                    <a:pt x="1890387" y="1394116"/>
                  </a:lnTo>
                  <a:lnTo>
                    <a:pt x="1870904" y="1434854"/>
                  </a:lnTo>
                  <a:lnTo>
                    <a:pt x="1849640" y="1474537"/>
                  </a:lnTo>
                  <a:lnTo>
                    <a:pt x="1826649" y="1513115"/>
                  </a:lnTo>
                  <a:lnTo>
                    <a:pt x="1801983" y="1550534"/>
                  </a:lnTo>
                  <a:lnTo>
                    <a:pt x="1775692" y="1586743"/>
                  </a:lnTo>
                  <a:lnTo>
                    <a:pt x="1747829" y="1621690"/>
                  </a:lnTo>
                  <a:lnTo>
                    <a:pt x="1718446" y="1655325"/>
                  </a:lnTo>
                  <a:lnTo>
                    <a:pt x="1687594" y="1687594"/>
                  </a:lnTo>
                  <a:lnTo>
                    <a:pt x="1655325" y="1718446"/>
                  </a:lnTo>
                  <a:lnTo>
                    <a:pt x="1621690" y="1747829"/>
                  </a:lnTo>
                  <a:lnTo>
                    <a:pt x="1586743" y="1775692"/>
                  </a:lnTo>
                  <a:lnTo>
                    <a:pt x="1550534" y="1801983"/>
                  </a:lnTo>
                  <a:lnTo>
                    <a:pt x="1513115" y="1826649"/>
                  </a:lnTo>
                  <a:lnTo>
                    <a:pt x="1474537" y="1849640"/>
                  </a:lnTo>
                  <a:lnTo>
                    <a:pt x="1434854" y="1870904"/>
                  </a:lnTo>
                  <a:lnTo>
                    <a:pt x="1394116" y="1890387"/>
                  </a:lnTo>
                  <a:lnTo>
                    <a:pt x="1352375" y="1908040"/>
                  </a:lnTo>
                  <a:lnTo>
                    <a:pt x="1309684" y="1923810"/>
                  </a:lnTo>
                  <a:lnTo>
                    <a:pt x="1266093" y="1937645"/>
                  </a:lnTo>
                  <a:lnTo>
                    <a:pt x="1221655" y="1949494"/>
                  </a:lnTo>
                  <a:lnTo>
                    <a:pt x="1176421" y="1959305"/>
                  </a:lnTo>
                  <a:lnTo>
                    <a:pt x="1130443" y="1967025"/>
                  </a:lnTo>
                  <a:lnTo>
                    <a:pt x="1083773" y="1972604"/>
                  </a:lnTo>
                  <a:lnTo>
                    <a:pt x="1036463" y="1975989"/>
                  </a:lnTo>
                  <a:lnTo>
                    <a:pt x="988564" y="1977129"/>
                  </a:lnTo>
                  <a:lnTo>
                    <a:pt x="940666" y="1975989"/>
                  </a:lnTo>
                  <a:lnTo>
                    <a:pt x="893355" y="1972604"/>
                  </a:lnTo>
                  <a:lnTo>
                    <a:pt x="846686" y="1967025"/>
                  </a:lnTo>
                  <a:lnTo>
                    <a:pt x="800708" y="1959305"/>
                  </a:lnTo>
                  <a:lnTo>
                    <a:pt x="755474" y="1949494"/>
                  </a:lnTo>
                  <a:lnTo>
                    <a:pt x="711036" y="1937645"/>
                  </a:lnTo>
                  <a:lnTo>
                    <a:pt x="667445" y="1923810"/>
                  </a:lnTo>
                  <a:lnTo>
                    <a:pt x="624753" y="1908040"/>
                  </a:lnTo>
                  <a:lnTo>
                    <a:pt x="583013" y="1890387"/>
                  </a:lnTo>
                  <a:lnTo>
                    <a:pt x="542275" y="1870904"/>
                  </a:lnTo>
                  <a:lnTo>
                    <a:pt x="502591" y="1849640"/>
                  </a:lnTo>
                  <a:lnTo>
                    <a:pt x="464014" y="1826649"/>
                  </a:lnTo>
                  <a:lnTo>
                    <a:pt x="426595" y="1801983"/>
                  </a:lnTo>
                  <a:lnTo>
                    <a:pt x="390386" y="1775692"/>
                  </a:lnTo>
                  <a:lnTo>
                    <a:pt x="355438" y="1747829"/>
                  </a:lnTo>
                  <a:lnTo>
                    <a:pt x="321804" y="1718446"/>
                  </a:lnTo>
                  <a:lnTo>
                    <a:pt x="289535" y="1687594"/>
                  </a:lnTo>
                  <a:lnTo>
                    <a:pt x="258683" y="1655325"/>
                  </a:lnTo>
                  <a:lnTo>
                    <a:pt x="229299" y="1621690"/>
                  </a:lnTo>
                  <a:lnTo>
                    <a:pt x="201437" y="1586743"/>
                  </a:lnTo>
                  <a:lnTo>
                    <a:pt x="175146" y="1550534"/>
                  </a:lnTo>
                  <a:lnTo>
                    <a:pt x="150479" y="1513115"/>
                  </a:lnTo>
                  <a:lnTo>
                    <a:pt x="127488" y="1474537"/>
                  </a:lnTo>
                  <a:lnTo>
                    <a:pt x="106225" y="1434854"/>
                  </a:lnTo>
                  <a:lnTo>
                    <a:pt x="86741" y="1394116"/>
                  </a:lnTo>
                  <a:lnTo>
                    <a:pt x="69088" y="1352375"/>
                  </a:lnTo>
                  <a:lnTo>
                    <a:pt x="53319" y="1309684"/>
                  </a:lnTo>
                  <a:lnTo>
                    <a:pt x="39483" y="1266093"/>
                  </a:lnTo>
                  <a:lnTo>
                    <a:pt x="27635" y="1221655"/>
                  </a:lnTo>
                  <a:lnTo>
                    <a:pt x="17824" y="1176421"/>
                  </a:lnTo>
                  <a:lnTo>
                    <a:pt x="10103" y="1130443"/>
                  </a:lnTo>
                  <a:lnTo>
                    <a:pt x="4525" y="1083773"/>
                  </a:lnTo>
                  <a:lnTo>
                    <a:pt x="1139" y="1036463"/>
                  </a:lnTo>
                  <a:lnTo>
                    <a:pt x="0" y="988564"/>
                  </a:lnTo>
                  <a:close/>
                </a:path>
              </a:pathLst>
            </a:custGeom>
            <a:noFill/>
            <a:ln cap="flat" cmpd="sng" w="10575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" name="Google Shape;394;p8"/>
          <p:cNvGrpSpPr/>
          <p:nvPr/>
        </p:nvGrpSpPr>
        <p:grpSpPr>
          <a:xfrm>
            <a:off x="6299182" y="4515445"/>
            <a:ext cx="816870" cy="739692"/>
            <a:chOff x="10389934" y="7509017"/>
            <a:chExt cx="1358424" cy="1230079"/>
          </a:xfrm>
        </p:grpSpPr>
        <p:sp>
          <p:nvSpPr>
            <p:cNvPr id="395" name="Google Shape;395;p8"/>
            <p:cNvSpPr/>
            <p:nvPr/>
          </p:nvSpPr>
          <p:spPr>
            <a:xfrm>
              <a:off x="10389934" y="7657011"/>
              <a:ext cx="843280" cy="842644"/>
            </a:xfrm>
            <a:custGeom>
              <a:rect b="b" l="l" r="r" t="t"/>
              <a:pathLst>
                <a:path extrusionOk="0" h="842645" w="843279">
                  <a:moveTo>
                    <a:pt x="842804" y="0"/>
                  </a:moveTo>
                  <a:lnTo>
                    <a:pt x="0" y="0"/>
                  </a:lnTo>
                  <a:lnTo>
                    <a:pt x="0" y="842169"/>
                  </a:lnTo>
                  <a:lnTo>
                    <a:pt x="842804" y="842169"/>
                  </a:lnTo>
                  <a:lnTo>
                    <a:pt x="842804" y="0"/>
                  </a:lnTo>
                  <a:close/>
                </a:path>
              </a:pathLst>
            </a:custGeom>
            <a:solidFill>
              <a:srgbClr val="BE9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11232738" y="7657011"/>
              <a:ext cx="515620" cy="1082040"/>
            </a:xfrm>
            <a:custGeom>
              <a:rect b="b" l="l" r="r" t="t"/>
              <a:pathLst>
                <a:path extrusionOk="0" h="1082040" w="515620">
                  <a:moveTo>
                    <a:pt x="0" y="0"/>
                  </a:moveTo>
                  <a:lnTo>
                    <a:pt x="0" y="843863"/>
                  </a:lnTo>
                  <a:lnTo>
                    <a:pt x="515082" y="1081609"/>
                  </a:lnTo>
                  <a:lnTo>
                    <a:pt x="515082" y="237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97" name="Google Shape;39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07082" y="7509017"/>
              <a:ext cx="821178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8"/>
            <p:cNvSpPr/>
            <p:nvPr/>
          </p:nvSpPr>
          <p:spPr>
            <a:xfrm>
              <a:off x="10473769" y="7531257"/>
              <a:ext cx="738505" cy="893444"/>
            </a:xfrm>
            <a:custGeom>
              <a:rect b="b" l="l" r="r" t="t"/>
              <a:pathLst>
                <a:path extrusionOk="0" h="893445" w="738504">
                  <a:moveTo>
                    <a:pt x="738009" y="0"/>
                  </a:moveTo>
                  <a:lnTo>
                    <a:pt x="0" y="0"/>
                  </a:lnTo>
                  <a:lnTo>
                    <a:pt x="0" y="892979"/>
                  </a:lnTo>
                  <a:lnTo>
                    <a:pt x="738009" y="892979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10473769" y="7531257"/>
              <a:ext cx="738505" cy="893444"/>
            </a:xfrm>
            <a:custGeom>
              <a:rect b="b" l="l" r="r" t="t"/>
              <a:pathLst>
                <a:path extrusionOk="0" h="893445" w="738504">
                  <a:moveTo>
                    <a:pt x="0" y="892979"/>
                  </a:moveTo>
                  <a:lnTo>
                    <a:pt x="738009" y="892979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0" name="Google Shape;400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495999" y="7547770"/>
              <a:ext cx="821178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8"/>
            <p:cNvSpPr/>
            <p:nvPr/>
          </p:nvSpPr>
          <p:spPr>
            <a:xfrm>
              <a:off x="10562686" y="7569999"/>
              <a:ext cx="738505" cy="894080"/>
            </a:xfrm>
            <a:custGeom>
              <a:rect b="b" l="l" r="r" t="t"/>
              <a:pathLst>
                <a:path extrusionOk="0" h="894079" w="738504">
                  <a:moveTo>
                    <a:pt x="738009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009" y="893614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10562686" y="7569999"/>
              <a:ext cx="738505" cy="894080"/>
            </a:xfrm>
            <a:custGeom>
              <a:rect b="b" l="l" r="r" t="t"/>
              <a:pathLst>
                <a:path extrusionOk="0" h="894079" w="738504">
                  <a:moveTo>
                    <a:pt x="0" y="893614"/>
                  </a:moveTo>
                  <a:lnTo>
                    <a:pt x="738009" y="893614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3" name="Google Shape;40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84281" y="7587148"/>
              <a:ext cx="821813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8"/>
            <p:cNvSpPr/>
            <p:nvPr/>
          </p:nvSpPr>
          <p:spPr>
            <a:xfrm>
              <a:off x="10650968" y="7609377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738644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644" y="893614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10650968" y="7609377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0" y="893614"/>
                  </a:moveTo>
                  <a:lnTo>
                    <a:pt x="738644" y="893614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6" name="Google Shape;406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73198" y="7626514"/>
              <a:ext cx="821813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8"/>
            <p:cNvSpPr/>
            <p:nvPr/>
          </p:nvSpPr>
          <p:spPr>
            <a:xfrm>
              <a:off x="10739885" y="7648754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738644" y="0"/>
                  </a:moveTo>
                  <a:lnTo>
                    <a:pt x="0" y="0"/>
                  </a:lnTo>
                  <a:lnTo>
                    <a:pt x="0" y="892979"/>
                  </a:lnTo>
                  <a:lnTo>
                    <a:pt x="738644" y="892979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10739885" y="7648754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0" y="892979"/>
                  </a:moveTo>
                  <a:lnTo>
                    <a:pt x="738644" y="892979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9" name="Google Shape;409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762114" y="7665267"/>
              <a:ext cx="821178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8"/>
            <p:cNvSpPr/>
            <p:nvPr/>
          </p:nvSpPr>
          <p:spPr>
            <a:xfrm>
              <a:off x="10828802" y="7687497"/>
              <a:ext cx="738505" cy="894080"/>
            </a:xfrm>
            <a:custGeom>
              <a:rect b="b" l="l" r="r" t="t"/>
              <a:pathLst>
                <a:path extrusionOk="0" h="894079" w="738504">
                  <a:moveTo>
                    <a:pt x="738009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009" y="893614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10828802" y="7687497"/>
              <a:ext cx="738505" cy="894080"/>
            </a:xfrm>
            <a:custGeom>
              <a:rect b="b" l="l" r="r" t="t"/>
              <a:pathLst>
                <a:path extrusionOk="0" h="894079" w="738504">
                  <a:moveTo>
                    <a:pt x="0" y="893614"/>
                  </a:moveTo>
                  <a:lnTo>
                    <a:pt x="738009" y="893614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12" name="Google Shape;412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873261" y="7714161"/>
              <a:ext cx="821178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8"/>
            <p:cNvSpPr/>
            <p:nvPr/>
          </p:nvSpPr>
          <p:spPr>
            <a:xfrm>
              <a:off x="10917719" y="7726874"/>
              <a:ext cx="738505" cy="169545"/>
            </a:xfrm>
            <a:custGeom>
              <a:rect b="b" l="l" r="r" t="t"/>
              <a:pathLst>
                <a:path extrusionOk="0" h="169545" w="738504">
                  <a:moveTo>
                    <a:pt x="0" y="168942"/>
                  </a:moveTo>
                  <a:lnTo>
                    <a:pt x="738009" y="168942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1689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10917719" y="7726874"/>
              <a:ext cx="738505" cy="893444"/>
            </a:xfrm>
            <a:custGeom>
              <a:rect b="b" l="l" r="r" t="t"/>
              <a:pathLst>
                <a:path extrusionOk="0" h="893445" w="738504">
                  <a:moveTo>
                    <a:pt x="0" y="892979"/>
                  </a:moveTo>
                  <a:lnTo>
                    <a:pt x="738009" y="892979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10389934" y="7657011"/>
              <a:ext cx="516255" cy="1082040"/>
            </a:xfrm>
            <a:custGeom>
              <a:rect b="b" l="l" r="r" t="t"/>
              <a:pathLst>
                <a:path extrusionOk="0" h="1082040" w="516254">
                  <a:moveTo>
                    <a:pt x="0" y="0"/>
                  </a:moveTo>
                  <a:lnTo>
                    <a:pt x="0" y="843545"/>
                  </a:lnTo>
                  <a:lnTo>
                    <a:pt x="515717" y="1081609"/>
                  </a:lnTo>
                  <a:lnTo>
                    <a:pt x="515717" y="238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A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10905651" y="7895816"/>
              <a:ext cx="842644" cy="843280"/>
            </a:xfrm>
            <a:custGeom>
              <a:rect b="b" l="l" r="r" t="t"/>
              <a:pathLst>
                <a:path extrusionOk="0" h="843279" w="842645">
                  <a:moveTo>
                    <a:pt x="842169" y="0"/>
                  </a:moveTo>
                  <a:lnTo>
                    <a:pt x="0" y="0"/>
                  </a:lnTo>
                  <a:lnTo>
                    <a:pt x="0" y="842804"/>
                  </a:lnTo>
                  <a:lnTo>
                    <a:pt x="842169" y="842804"/>
                  </a:lnTo>
                  <a:lnTo>
                    <a:pt x="842169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7" name="Google Shape;417;p8"/>
          <p:cNvSpPr txBox="1"/>
          <p:nvPr/>
        </p:nvSpPr>
        <p:spPr>
          <a:xfrm>
            <a:off x="7046857" y="5834098"/>
            <a:ext cx="1285684" cy="285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5">
            <a:spAutoFit/>
          </a:bodyPr>
          <a:lstStyle/>
          <a:p>
            <a:pPr indent="0" lvl="0" marL="763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4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Collections</a:t>
            </a:r>
            <a:endParaRPr sz="1804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418" name="Google Shape;418;p8"/>
          <p:cNvGrpSpPr/>
          <p:nvPr/>
        </p:nvGrpSpPr>
        <p:grpSpPr>
          <a:xfrm>
            <a:off x="10051937" y="4411562"/>
            <a:ext cx="1253063" cy="915853"/>
            <a:chOff x="16630626" y="7336264"/>
            <a:chExt cx="2083797" cy="1523029"/>
          </a:xfrm>
        </p:grpSpPr>
        <p:pic>
          <p:nvPicPr>
            <p:cNvPr id="419" name="Google Shape;419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630626" y="7634771"/>
              <a:ext cx="821813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8"/>
            <p:cNvSpPr/>
            <p:nvPr/>
          </p:nvSpPr>
          <p:spPr>
            <a:xfrm>
              <a:off x="16697313" y="7657011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738644" y="0"/>
                  </a:moveTo>
                  <a:lnTo>
                    <a:pt x="0" y="0"/>
                  </a:lnTo>
                  <a:lnTo>
                    <a:pt x="0" y="892979"/>
                  </a:lnTo>
                  <a:lnTo>
                    <a:pt x="738644" y="892979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16697313" y="7657011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0" y="892979"/>
                  </a:moveTo>
                  <a:lnTo>
                    <a:pt x="738644" y="892979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22" name="Google Shape;422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076481" y="7336264"/>
              <a:ext cx="821813" cy="976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p8"/>
            <p:cNvSpPr/>
            <p:nvPr/>
          </p:nvSpPr>
          <p:spPr>
            <a:xfrm>
              <a:off x="17143168" y="7358504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738644" y="0"/>
                  </a:moveTo>
                  <a:lnTo>
                    <a:pt x="0" y="0"/>
                  </a:lnTo>
                  <a:lnTo>
                    <a:pt x="0" y="892979"/>
                  </a:lnTo>
                  <a:lnTo>
                    <a:pt x="738644" y="892979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17143168" y="7358504"/>
              <a:ext cx="739140" cy="893444"/>
            </a:xfrm>
            <a:custGeom>
              <a:rect b="b" l="l" r="r" t="t"/>
              <a:pathLst>
                <a:path extrusionOk="0" h="893445" w="739140">
                  <a:moveTo>
                    <a:pt x="0" y="892979"/>
                  </a:moveTo>
                  <a:lnTo>
                    <a:pt x="738644" y="892979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2979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25" name="Google Shape;42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893245" y="7882478"/>
              <a:ext cx="821178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8"/>
            <p:cNvSpPr/>
            <p:nvPr/>
          </p:nvSpPr>
          <p:spPr>
            <a:xfrm>
              <a:off x="17959933" y="7904708"/>
              <a:ext cx="738505" cy="894080"/>
            </a:xfrm>
            <a:custGeom>
              <a:rect b="b" l="l" r="r" t="t"/>
              <a:pathLst>
                <a:path extrusionOk="0" h="894079" w="738505">
                  <a:moveTo>
                    <a:pt x="738009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009" y="893614"/>
                  </a:lnTo>
                  <a:lnTo>
                    <a:pt x="738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17959933" y="7904708"/>
              <a:ext cx="738505" cy="894080"/>
            </a:xfrm>
            <a:custGeom>
              <a:rect b="b" l="l" r="r" t="t"/>
              <a:pathLst>
                <a:path extrusionOk="0" h="894079" w="738505">
                  <a:moveTo>
                    <a:pt x="0" y="893614"/>
                  </a:moveTo>
                  <a:lnTo>
                    <a:pt x="738009" y="893614"/>
                  </a:lnTo>
                  <a:lnTo>
                    <a:pt x="738009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28" name="Google Shape;428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533767" y="7564283"/>
              <a:ext cx="821813" cy="97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8"/>
            <p:cNvSpPr/>
            <p:nvPr/>
          </p:nvSpPr>
          <p:spPr>
            <a:xfrm>
              <a:off x="17578225" y="7576985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738644" y="0"/>
                  </a:moveTo>
                  <a:lnTo>
                    <a:pt x="0" y="0"/>
                  </a:lnTo>
                  <a:lnTo>
                    <a:pt x="0" y="893614"/>
                  </a:lnTo>
                  <a:lnTo>
                    <a:pt x="738644" y="893614"/>
                  </a:lnTo>
                  <a:lnTo>
                    <a:pt x="7386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17578225" y="7576985"/>
              <a:ext cx="739140" cy="894080"/>
            </a:xfrm>
            <a:custGeom>
              <a:rect b="b" l="l" r="r" t="t"/>
              <a:pathLst>
                <a:path extrusionOk="0" h="894079" w="739140">
                  <a:moveTo>
                    <a:pt x="0" y="893614"/>
                  </a:moveTo>
                  <a:lnTo>
                    <a:pt x="738644" y="893614"/>
                  </a:lnTo>
                  <a:lnTo>
                    <a:pt x="738644" y="0"/>
                  </a:lnTo>
                  <a:lnTo>
                    <a:pt x="0" y="0"/>
                  </a:lnTo>
                  <a:lnTo>
                    <a:pt x="0" y="893614"/>
                  </a:lnTo>
                  <a:close/>
                </a:path>
              </a:pathLst>
            </a:custGeom>
            <a:noFill/>
            <a:ln cap="flat" cmpd="sng" w="9525">
              <a:solidFill>
                <a:srgbClr val="E7E6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1" name="Google Shape;431;p8"/>
          <p:cNvSpPr txBox="1"/>
          <p:nvPr/>
        </p:nvSpPr>
        <p:spPr>
          <a:xfrm>
            <a:off x="9931761" y="5834098"/>
            <a:ext cx="1337615" cy="285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5">
            <a:spAutoFit/>
          </a:bodyPr>
          <a:lstStyle/>
          <a:p>
            <a:pPr indent="0" lvl="0" marL="763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4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Documents</a:t>
            </a:r>
            <a:endParaRPr sz="1804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32" name="Google Shape;432;p8"/>
          <p:cNvSpPr/>
          <p:nvPr/>
        </p:nvSpPr>
        <p:spPr>
          <a:xfrm>
            <a:off x="2517018" y="4303485"/>
            <a:ext cx="680454" cy="491821"/>
          </a:xfrm>
          <a:custGeom>
            <a:rect b="b" l="l" r="r" t="t"/>
            <a:pathLst>
              <a:path extrusionOk="0" h="817879" w="1131570">
                <a:moveTo>
                  <a:pt x="722449" y="0"/>
                </a:moveTo>
                <a:lnTo>
                  <a:pt x="722449" y="204402"/>
                </a:lnTo>
                <a:lnTo>
                  <a:pt x="0" y="204402"/>
                </a:lnTo>
                <a:lnTo>
                  <a:pt x="0" y="612996"/>
                </a:lnTo>
                <a:lnTo>
                  <a:pt x="722449" y="612996"/>
                </a:lnTo>
                <a:lnTo>
                  <a:pt x="722449" y="817399"/>
                </a:lnTo>
                <a:lnTo>
                  <a:pt x="1131149" y="408699"/>
                </a:lnTo>
                <a:lnTo>
                  <a:pt x="722449" y="0"/>
                </a:lnTo>
                <a:close/>
              </a:path>
            </a:pathLst>
          </a:custGeom>
          <a:solidFill>
            <a:srgbClr val="FAE4D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8"/>
          <p:cNvSpPr/>
          <p:nvPr/>
        </p:nvSpPr>
        <p:spPr>
          <a:xfrm>
            <a:off x="5591100" y="4765227"/>
            <a:ext cx="570482" cy="412015"/>
          </a:xfrm>
          <a:custGeom>
            <a:rect b="b" l="l" r="r" t="t"/>
            <a:pathLst>
              <a:path extrusionOk="0" h="685165" w="948690">
                <a:moveTo>
                  <a:pt x="605904" y="0"/>
                </a:moveTo>
                <a:lnTo>
                  <a:pt x="605904" y="171164"/>
                </a:lnTo>
                <a:lnTo>
                  <a:pt x="0" y="171164"/>
                </a:lnTo>
                <a:lnTo>
                  <a:pt x="0" y="513494"/>
                </a:lnTo>
                <a:lnTo>
                  <a:pt x="605904" y="513494"/>
                </a:lnTo>
                <a:lnTo>
                  <a:pt x="605904" y="684659"/>
                </a:lnTo>
                <a:lnTo>
                  <a:pt x="948234" y="342329"/>
                </a:lnTo>
                <a:lnTo>
                  <a:pt x="605904" y="0"/>
                </a:lnTo>
                <a:close/>
              </a:path>
            </a:pathLst>
          </a:custGeom>
          <a:solidFill>
            <a:srgbClr val="FAE4D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9259069" y="4779740"/>
            <a:ext cx="570864" cy="412015"/>
          </a:xfrm>
          <a:custGeom>
            <a:rect b="b" l="l" r="r" t="t"/>
            <a:pathLst>
              <a:path extrusionOk="0" h="685165" w="949325">
                <a:moveTo>
                  <a:pt x="606539" y="0"/>
                </a:moveTo>
                <a:lnTo>
                  <a:pt x="606539" y="171164"/>
                </a:lnTo>
                <a:lnTo>
                  <a:pt x="0" y="171164"/>
                </a:lnTo>
                <a:lnTo>
                  <a:pt x="0" y="513494"/>
                </a:lnTo>
                <a:lnTo>
                  <a:pt x="606539" y="513494"/>
                </a:lnTo>
                <a:lnTo>
                  <a:pt x="606539" y="684659"/>
                </a:lnTo>
                <a:lnTo>
                  <a:pt x="948869" y="342329"/>
                </a:lnTo>
                <a:lnTo>
                  <a:pt x="606539" y="0"/>
                </a:lnTo>
                <a:close/>
              </a:path>
            </a:pathLst>
          </a:custGeom>
          <a:solidFill>
            <a:srgbClr val="FAE4D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8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2419" y="1754132"/>
            <a:ext cx="9750497" cy="4108479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9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9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How MongoDB different with SQL?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0"/>
          <p:cNvSpPr txBox="1"/>
          <p:nvPr/>
        </p:nvSpPr>
        <p:spPr>
          <a:xfrm>
            <a:off x="920718" y="1079437"/>
            <a:ext cx="10254543" cy="4976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-226041" lvl="0" marL="233294" marR="305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6"/>
              <a:buFont typeface="Arial"/>
              <a:buChar char="•"/>
            </a:pPr>
            <a:r>
              <a:rPr lang="en-US" sz="2706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Unlike SQL databases, where you must determine and 	declare a table's schema before inserting data, MongoDB's 	collections, by default, do not require their documents to 	have the same schema.</a:t>
            </a:r>
            <a:endParaRPr sz="2706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041" lvl="0" marL="233294" marR="1337535" rtl="0" algn="l">
              <a:lnSpc>
                <a:spcPct val="107982"/>
              </a:lnSpc>
              <a:spcBef>
                <a:spcPts val="1046"/>
              </a:spcBef>
              <a:spcAft>
                <a:spcPts val="0"/>
              </a:spcAft>
              <a:buClr>
                <a:schemeClr val="dk1"/>
              </a:buClr>
              <a:buSzPts val="2706"/>
              <a:buFont typeface="Arial"/>
              <a:buChar char="•"/>
            </a:pPr>
            <a:r>
              <a:rPr lang="en-US" sz="2706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MongoDB represents relationship through following 	concepts:</a:t>
            </a:r>
            <a:endParaRPr sz="2706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422" lvl="1" marL="687286" marR="0" rtl="0" algn="l">
              <a:spcBef>
                <a:spcPts val="238"/>
              </a:spcBef>
              <a:spcAft>
                <a:spcPts val="0"/>
              </a:spcAft>
              <a:buClr>
                <a:schemeClr val="dk1"/>
              </a:buClr>
              <a:buSzPts val="2195"/>
              <a:buFont typeface="Arial"/>
              <a:buChar char="•"/>
            </a:pPr>
            <a:r>
              <a:rPr b="0" i="0" lang="en-US" sz="2195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Reference document (Normalized model)</a:t>
            </a:r>
            <a:endParaRPr b="0" i="0" sz="2195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7186" lvl="2" marL="1140895" marR="100802" rtl="0" algn="l">
              <a:lnSpc>
                <a:spcPct val="107982"/>
              </a:lnSpc>
              <a:spcBef>
                <a:spcPts val="562"/>
              </a:spcBef>
              <a:spcAft>
                <a:spcPts val="0"/>
              </a:spcAft>
              <a:buClr>
                <a:schemeClr val="dk1"/>
              </a:buClr>
              <a:buSzPts val="1804"/>
              <a:buFont typeface="Arial"/>
              <a:buChar char="•"/>
            </a:pPr>
            <a:r>
              <a:rPr b="0" i="0" lang="en-US" sz="1804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Store relationship between data by including references from one document to another.</a:t>
            </a:r>
            <a:endParaRPr b="0" i="0" sz="1804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804" lvl="2" marL="1140895" marR="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804"/>
              <a:buFont typeface="Arial"/>
              <a:buChar char="•"/>
            </a:pPr>
            <a:r>
              <a:rPr b="0" i="0" lang="en-US" sz="1804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Like “tagging” the documents with an attribute to “link”</a:t>
            </a:r>
            <a:endParaRPr b="0" i="0" sz="1804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804" lvl="2" marL="1140895" marR="0" rtl="0" algn="l">
              <a:spcBef>
                <a:spcPts val="286"/>
              </a:spcBef>
              <a:spcAft>
                <a:spcPts val="0"/>
              </a:spcAft>
              <a:buClr>
                <a:schemeClr val="dk1"/>
              </a:buClr>
              <a:buSzPts val="1804"/>
              <a:buFont typeface="Arial"/>
              <a:buChar char="•"/>
            </a:pPr>
            <a:r>
              <a:rPr b="0" i="0" lang="en-US" sz="1804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 general, these consider as normalized data</a:t>
            </a:r>
            <a:endParaRPr b="0" i="0" sz="1804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422" lvl="1" marL="687286" marR="0" rtl="0" algn="l">
              <a:spcBef>
                <a:spcPts val="222"/>
              </a:spcBef>
              <a:spcAft>
                <a:spcPts val="0"/>
              </a:spcAft>
              <a:buClr>
                <a:schemeClr val="dk1"/>
              </a:buClr>
              <a:buSzPts val="2195"/>
              <a:buFont typeface="Arial"/>
              <a:buChar char="•"/>
            </a:pPr>
            <a:r>
              <a:rPr b="0" i="0" lang="en-US" sz="2195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Embedded document (Denormalized model)</a:t>
            </a:r>
            <a:endParaRPr b="0" i="0" sz="2195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804" lvl="2" marL="1140895" marR="0" rtl="0" algn="l">
              <a:spcBef>
                <a:spcPts val="313"/>
              </a:spcBef>
              <a:spcAft>
                <a:spcPts val="0"/>
              </a:spcAft>
              <a:buClr>
                <a:schemeClr val="dk1"/>
              </a:buClr>
              <a:buSzPts val="1804"/>
              <a:buFont typeface="Arial"/>
              <a:buChar char="•"/>
            </a:pPr>
            <a:r>
              <a:rPr b="0" i="0" lang="en-US" sz="1804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Embedded all related data into a single document.</a:t>
            </a:r>
            <a:endParaRPr b="0" i="0" sz="1804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804" lvl="2" marL="1140895" marR="0" rtl="0" algn="l">
              <a:spcBef>
                <a:spcPts val="286"/>
              </a:spcBef>
              <a:spcAft>
                <a:spcPts val="0"/>
              </a:spcAft>
              <a:buClr>
                <a:schemeClr val="dk1"/>
              </a:buClr>
              <a:buSzPts val="1804"/>
              <a:buFont typeface="Arial"/>
              <a:buChar char="•"/>
            </a:pPr>
            <a:r>
              <a:rPr b="0" i="0" lang="en-US" sz="1804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 general, these consider as denormalized data.</a:t>
            </a:r>
            <a:endParaRPr b="0" i="0" sz="1804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48" name="Google Shape;448;p10"/>
          <p:cNvSpPr txBox="1"/>
          <p:nvPr/>
        </p:nvSpPr>
        <p:spPr>
          <a:xfrm>
            <a:off x="11179241" y="6429386"/>
            <a:ext cx="92026" cy="190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25">
            <a:spAutoFit/>
          </a:bodyPr>
          <a:lstStyle/>
          <a:p>
            <a:pPr indent="0" lvl="0" marL="763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17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 txBox="1"/>
          <p:nvPr/>
        </p:nvSpPr>
        <p:spPr>
          <a:xfrm>
            <a:off x="5885308" y="6410290"/>
            <a:ext cx="4891480" cy="223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300">
            <a:spAutoFit/>
          </a:bodyPr>
          <a:lstStyle/>
          <a:p>
            <a:pPr indent="0" lvl="0" marL="763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3">
                <a:solidFill>
                  <a:srgbClr val="12AA52"/>
                </a:solidFill>
                <a:latin typeface="Calibri"/>
                <a:ea typeface="Calibri"/>
                <a:cs typeface="Calibri"/>
                <a:sym typeface="Calibri"/>
              </a:rPr>
              <a:t>Refs</a:t>
            </a:r>
            <a:r>
              <a:rPr lang="en-US" sz="1383">
                <a:solidFill>
                  <a:srgbClr val="12AA5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83" u="sng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https://docs.mongodb.com/manual/core/data-model-design/</a:t>
            </a:r>
            <a:endParaRPr sz="138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Data Modelling in MongoDB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420" y="1656110"/>
            <a:ext cx="10292287" cy="4721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1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Normalized Model (Reference Document)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420" y="1402551"/>
            <a:ext cx="10421317" cy="4974879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2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Denormalized Model (Embedded document)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420" y="1586506"/>
            <a:ext cx="10451072" cy="4790924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3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Modelling One-to-Many Relationship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959" y="1176145"/>
            <a:ext cx="10172082" cy="53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4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Modelling One-to-One Relationship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5"/>
          <p:cNvSpPr/>
          <p:nvPr/>
        </p:nvSpPr>
        <p:spPr>
          <a:xfrm>
            <a:off x="7993002" y="3173381"/>
            <a:ext cx="3239985" cy="1117289"/>
          </a:xfrm>
          <a:custGeom>
            <a:rect b="b" l="l" r="r" t="t"/>
            <a:pathLst>
              <a:path extrusionOk="0" h="1858009" w="5387975">
                <a:moveTo>
                  <a:pt x="928863" y="0"/>
                </a:moveTo>
                <a:lnTo>
                  <a:pt x="0" y="928863"/>
                </a:lnTo>
                <a:lnTo>
                  <a:pt x="928863" y="1857727"/>
                </a:lnTo>
                <a:lnTo>
                  <a:pt x="928863" y="1393242"/>
                </a:lnTo>
                <a:lnTo>
                  <a:pt x="5387725" y="1393242"/>
                </a:lnTo>
                <a:lnTo>
                  <a:pt x="5387725" y="464484"/>
                </a:lnTo>
                <a:lnTo>
                  <a:pt x="928863" y="464484"/>
                </a:lnTo>
                <a:lnTo>
                  <a:pt x="928863" y="0"/>
                </a:lnTo>
                <a:close/>
              </a:path>
            </a:pathLst>
          </a:custGeom>
          <a:solidFill>
            <a:srgbClr val="FFF1CC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4" name="Google Shape;484;p15"/>
          <p:cNvGrpSpPr/>
          <p:nvPr/>
        </p:nvGrpSpPr>
        <p:grpSpPr>
          <a:xfrm>
            <a:off x="865210" y="1413107"/>
            <a:ext cx="7121327" cy="4793345"/>
            <a:chOff x="1353441" y="2349945"/>
            <a:chExt cx="11842503" cy="7971155"/>
          </a:xfrm>
        </p:grpSpPr>
        <p:sp>
          <p:nvSpPr>
            <p:cNvPr id="485" name="Google Shape;485;p15"/>
            <p:cNvSpPr/>
            <p:nvPr/>
          </p:nvSpPr>
          <p:spPr>
            <a:xfrm>
              <a:off x="1353441" y="5289282"/>
              <a:ext cx="5387975" cy="1858010"/>
            </a:xfrm>
            <a:custGeom>
              <a:rect b="b" l="l" r="r" t="t"/>
              <a:pathLst>
                <a:path extrusionOk="0" h="1858009" w="5387975">
                  <a:moveTo>
                    <a:pt x="4458862" y="0"/>
                  </a:moveTo>
                  <a:lnTo>
                    <a:pt x="4458862" y="464484"/>
                  </a:lnTo>
                  <a:lnTo>
                    <a:pt x="0" y="464484"/>
                  </a:lnTo>
                  <a:lnTo>
                    <a:pt x="0" y="1393242"/>
                  </a:lnTo>
                  <a:lnTo>
                    <a:pt x="4458862" y="1393242"/>
                  </a:lnTo>
                  <a:lnTo>
                    <a:pt x="4458862" y="1857727"/>
                  </a:lnTo>
                  <a:lnTo>
                    <a:pt x="5387725" y="928863"/>
                  </a:lnTo>
                  <a:lnTo>
                    <a:pt x="4458862" y="0"/>
                  </a:lnTo>
                  <a:close/>
                </a:path>
              </a:pathLst>
            </a:custGeom>
            <a:solidFill>
              <a:srgbClr val="FFF1CC">
                <a:alpha val="3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6751964" y="2349945"/>
              <a:ext cx="6443980" cy="7971155"/>
            </a:xfrm>
            <a:custGeom>
              <a:rect b="b" l="l" r="r" t="t"/>
              <a:pathLst>
                <a:path extrusionOk="0" h="7971155" w="6443980">
                  <a:moveTo>
                    <a:pt x="5369942" y="0"/>
                  </a:moveTo>
                  <a:lnTo>
                    <a:pt x="1073988" y="0"/>
                  </a:lnTo>
                  <a:lnTo>
                    <a:pt x="1026152" y="1046"/>
                  </a:lnTo>
                  <a:lnTo>
                    <a:pt x="978852" y="4157"/>
                  </a:lnTo>
                  <a:lnTo>
                    <a:pt x="932131" y="9287"/>
                  </a:lnTo>
                  <a:lnTo>
                    <a:pt x="886032" y="16395"/>
                  </a:lnTo>
                  <a:lnTo>
                    <a:pt x="840600" y="25435"/>
                  </a:lnTo>
                  <a:lnTo>
                    <a:pt x="795879" y="36365"/>
                  </a:lnTo>
                  <a:lnTo>
                    <a:pt x="751910" y="49140"/>
                  </a:lnTo>
                  <a:lnTo>
                    <a:pt x="708740" y="63717"/>
                  </a:lnTo>
                  <a:lnTo>
                    <a:pt x="666411" y="80053"/>
                  </a:lnTo>
                  <a:lnTo>
                    <a:pt x="624966" y="98103"/>
                  </a:lnTo>
                  <a:lnTo>
                    <a:pt x="584450" y="117823"/>
                  </a:lnTo>
                  <a:lnTo>
                    <a:pt x="544906" y="139172"/>
                  </a:lnTo>
                  <a:lnTo>
                    <a:pt x="506378" y="162103"/>
                  </a:lnTo>
                  <a:lnTo>
                    <a:pt x="468909" y="186575"/>
                  </a:lnTo>
                  <a:lnTo>
                    <a:pt x="432544" y="212543"/>
                  </a:lnTo>
                  <a:lnTo>
                    <a:pt x="397325" y="239963"/>
                  </a:lnTo>
                  <a:lnTo>
                    <a:pt x="363297" y="268793"/>
                  </a:lnTo>
                  <a:lnTo>
                    <a:pt x="330503" y="298987"/>
                  </a:lnTo>
                  <a:lnTo>
                    <a:pt x="298987" y="330503"/>
                  </a:lnTo>
                  <a:lnTo>
                    <a:pt x="268793" y="363297"/>
                  </a:lnTo>
                  <a:lnTo>
                    <a:pt x="239963" y="397325"/>
                  </a:lnTo>
                  <a:lnTo>
                    <a:pt x="212543" y="432544"/>
                  </a:lnTo>
                  <a:lnTo>
                    <a:pt x="186575" y="468909"/>
                  </a:lnTo>
                  <a:lnTo>
                    <a:pt x="162103" y="506378"/>
                  </a:lnTo>
                  <a:lnTo>
                    <a:pt x="139172" y="544906"/>
                  </a:lnTo>
                  <a:lnTo>
                    <a:pt x="117823" y="584450"/>
                  </a:lnTo>
                  <a:lnTo>
                    <a:pt x="98103" y="624966"/>
                  </a:lnTo>
                  <a:lnTo>
                    <a:pt x="80053" y="666411"/>
                  </a:lnTo>
                  <a:lnTo>
                    <a:pt x="63717" y="708740"/>
                  </a:lnTo>
                  <a:lnTo>
                    <a:pt x="49140" y="751910"/>
                  </a:lnTo>
                  <a:lnTo>
                    <a:pt x="36365" y="795879"/>
                  </a:lnTo>
                  <a:lnTo>
                    <a:pt x="25435" y="840600"/>
                  </a:lnTo>
                  <a:lnTo>
                    <a:pt x="16395" y="886032"/>
                  </a:lnTo>
                  <a:lnTo>
                    <a:pt x="9287" y="932131"/>
                  </a:lnTo>
                  <a:lnTo>
                    <a:pt x="4157" y="978852"/>
                  </a:lnTo>
                  <a:lnTo>
                    <a:pt x="1046" y="1026152"/>
                  </a:lnTo>
                  <a:lnTo>
                    <a:pt x="0" y="1073988"/>
                  </a:lnTo>
                  <a:lnTo>
                    <a:pt x="0" y="6896771"/>
                  </a:lnTo>
                  <a:lnTo>
                    <a:pt x="1046" y="6944607"/>
                  </a:lnTo>
                  <a:lnTo>
                    <a:pt x="4157" y="6991907"/>
                  </a:lnTo>
                  <a:lnTo>
                    <a:pt x="9287" y="7038629"/>
                  </a:lnTo>
                  <a:lnTo>
                    <a:pt x="16395" y="7084727"/>
                  </a:lnTo>
                  <a:lnTo>
                    <a:pt x="25435" y="7130159"/>
                  </a:lnTo>
                  <a:lnTo>
                    <a:pt x="36365" y="7174881"/>
                  </a:lnTo>
                  <a:lnTo>
                    <a:pt x="49140" y="7218849"/>
                  </a:lnTo>
                  <a:lnTo>
                    <a:pt x="63717" y="7262019"/>
                  </a:lnTo>
                  <a:lnTo>
                    <a:pt x="80053" y="7304349"/>
                  </a:lnTo>
                  <a:lnTo>
                    <a:pt x="98103" y="7345793"/>
                  </a:lnTo>
                  <a:lnTo>
                    <a:pt x="117823" y="7386310"/>
                  </a:lnTo>
                  <a:lnTo>
                    <a:pt x="139172" y="7425854"/>
                  </a:lnTo>
                  <a:lnTo>
                    <a:pt x="162103" y="7464382"/>
                  </a:lnTo>
                  <a:lnTo>
                    <a:pt x="186575" y="7501850"/>
                  </a:lnTo>
                  <a:lnTo>
                    <a:pt x="212543" y="7538216"/>
                  </a:lnTo>
                  <a:lnTo>
                    <a:pt x="239963" y="7573434"/>
                  </a:lnTo>
                  <a:lnTo>
                    <a:pt x="268793" y="7607462"/>
                  </a:lnTo>
                  <a:lnTo>
                    <a:pt x="298987" y="7640256"/>
                  </a:lnTo>
                  <a:lnTo>
                    <a:pt x="330503" y="7671772"/>
                  </a:lnTo>
                  <a:lnTo>
                    <a:pt x="363297" y="7701967"/>
                  </a:lnTo>
                  <a:lnTo>
                    <a:pt x="397325" y="7730796"/>
                  </a:lnTo>
                  <a:lnTo>
                    <a:pt x="432544" y="7758217"/>
                  </a:lnTo>
                  <a:lnTo>
                    <a:pt x="468909" y="7784184"/>
                  </a:lnTo>
                  <a:lnTo>
                    <a:pt x="506378" y="7808656"/>
                  </a:lnTo>
                  <a:lnTo>
                    <a:pt x="544906" y="7831588"/>
                  </a:lnTo>
                  <a:lnTo>
                    <a:pt x="584450" y="7852936"/>
                  </a:lnTo>
                  <a:lnTo>
                    <a:pt x="624966" y="7872657"/>
                  </a:lnTo>
                  <a:lnTo>
                    <a:pt x="666411" y="7890707"/>
                  </a:lnTo>
                  <a:lnTo>
                    <a:pt x="708740" y="7907042"/>
                  </a:lnTo>
                  <a:lnTo>
                    <a:pt x="751910" y="7921619"/>
                  </a:lnTo>
                  <a:lnTo>
                    <a:pt x="795879" y="7934395"/>
                  </a:lnTo>
                  <a:lnTo>
                    <a:pt x="840600" y="7945324"/>
                  </a:lnTo>
                  <a:lnTo>
                    <a:pt x="886032" y="7954365"/>
                  </a:lnTo>
                  <a:lnTo>
                    <a:pt x="932131" y="7961472"/>
                  </a:lnTo>
                  <a:lnTo>
                    <a:pt x="978852" y="7966603"/>
                  </a:lnTo>
                  <a:lnTo>
                    <a:pt x="1026152" y="7969713"/>
                  </a:lnTo>
                  <a:lnTo>
                    <a:pt x="1073988" y="7970760"/>
                  </a:lnTo>
                  <a:lnTo>
                    <a:pt x="5369942" y="7970760"/>
                  </a:lnTo>
                  <a:lnTo>
                    <a:pt x="5417778" y="7969713"/>
                  </a:lnTo>
                  <a:lnTo>
                    <a:pt x="5465078" y="7966603"/>
                  </a:lnTo>
                  <a:lnTo>
                    <a:pt x="5511799" y="7961472"/>
                  </a:lnTo>
                  <a:lnTo>
                    <a:pt x="5557898" y="7954365"/>
                  </a:lnTo>
                  <a:lnTo>
                    <a:pt x="5603330" y="7945324"/>
                  </a:lnTo>
                  <a:lnTo>
                    <a:pt x="5648051" y="7934395"/>
                  </a:lnTo>
                  <a:lnTo>
                    <a:pt x="5692020" y="7921619"/>
                  </a:lnTo>
                  <a:lnTo>
                    <a:pt x="5735190" y="7907042"/>
                  </a:lnTo>
                  <a:lnTo>
                    <a:pt x="5777520" y="7890707"/>
                  </a:lnTo>
                  <a:lnTo>
                    <a:pt x="5818964" y="7872657"/>
                  </a:lnTo>
                  <a:lnTo>
                    <a:pt x="5859480" y="7852936"/>
                  </a:lnTo>
                  <a:lnTo>
                    <a:pt x="5899024" y="7831588"/>
                  </a:lnTo>
                  <a:lnTo>
                    <a:pt x="5937552" y="7808656"/>
                  </a:lnTo>
                  <a:lnTo>
                    <a:pt x="5975021" y="7784184"/>
                  </a:lnTo>
                  <a:lnTo>
                    <a:pt x="6011386" y="7758217"/>
                  </a:lnTo>
                  <a:lnTo>
                    <a:pt x="6046605" y="7730796"/>
                  </a:lnTo>
                  <a:lnTo>
                    <a:pt x="6080633" y="7701967"/>
                  </a:lnTo>
                  <a:lnTo>
                    <a:pt x="6113427" y="7671772"/>
                  </a:lnTo>
                  <a:lnTo>
                    <a:pt x="6144943" y="7640256"/>
                  </a:lnTo>
                  <a:lnTo>
                    <a:pt x="6175138" y="7607462"/>
                  </a:lnTo>
                  <a:lnTo>
                    <a:pt x="6203967" y="7573434"/>
                  </a:lnTo>
                  <a:lnTo>
                    <a:pt x="6231387" y="7538216"/>
                  </a:lnTo>
                  <a:lnTo>
                    <a:pt x="6257355" y="7501850"/>
                  </a:lnTo>
                  <a:lnTo>
                    <a:pt x="6281827" y="7464382"/>
                  </a:lnTo>
                  <a:lnTo>
                    <a:pt x="6304758" y="7425854"/>
                  </a:lnTo>
                  <a:lnTo>
                    <a:pt x="6326107" y="7386310"/>
                  </a:lnTo>
                  <a:lnTo>
                    <a:pt x="6345827" y="7345793"/>
                  </a:lnTo>
                  <a:lnTo>
                    <a:pt x="6363877" y="7304349"/>
                  </a:lnTo>
                  <a:lnTo>
                    <a:pt x="6380213" y="7262019"/>
                  </a:lnTo>
                  <a:lnTo>
                    <a:pt x="6394790" y="7218849"/>
                  </a:lnTo>
                  <a:lnTo>
                    <a:pt x="6407565" y="7174881"/>
                  </a:lnTo>
                  <a:lnTo>
                    <a:pt x="6418495" y="7130159"/>
                  </a:lnTo>
                  <a:lnTo>
                    <a:pt x="6427535" y="7084727"/>
                  </a:lnTo>
                  <a:lnTo>
                    <a:pt x="6434643" y="7038629"/>
                  </a:lnTo>
                  <a:lnTo>
                    <a:pt x="6439773" y="6991907"/>
                  </a:lnTo>
                  <a:lnTo>
                    <a:pt x="6442884" y="6944607"/>
                  </a:lnTo>
                  <a:lnTo>
                    <a:pt x="6443931" y="6896771"/>
                  </a:lnTo>
                  <a:lnTo>
                    <a:pt x="6443931" y="1073988"/>
                  </a:lnTo>
                  <a:lnTo>
                    <a:pt x="6442884" y="1026152"/>
                  </a:lnTo>
                  <a:lnTo>
                    <a:pt x="6439773" y="978852"/>
                  </a:lnTo>
                  <a:lnTo>
                    <a:pt x="6434643" y="932131"/>
                  </a:lnTo>
                  <a:lnTo>
                    <a:pt x="6427535" y="886032"/>
                  </a:lnTo>
                  <a:lnTo>
                    <a:pt x="6418495" y="840600"/>
                  </a:lnTo>
                  <a:lnTo>
                    <a:pt x="6407565" y="795879"/>
                  </a:lnTo>
                  <a:lnTo>
                    <a:pt x="6394790" y="751910"/>
                  </a:lnTo>
                  <a:lnTo>
                    <a:pt x="6380213" y="708740"/>
                  </a:lnTo>
                  <a:lnTo>
                    <a:pt x="6363877" y="666411"/>
                  </a:lnTo>
                  <a:lnTo>
                    <a:pt x="6345827" y="624966"/>
                  </a:lnTo>
                  <a:lnTo>
                    <a:pt x="6326107" y="584450"/>
                  </a:lnTo>
                  <a:lnTo>
                    <a:pt x="6304758" y="544906"/>
                  </a:lnTo>
                  <a:lnTo>
                    <a:pt x="6281827" y="506378"/>
                  </a:lnTo>
                  <a:lnTo>
                    <a:pt x="6257355" y="468909"/>
                  </a:lnTo>
                  <a:lnTo>
                    <a:pt x="6231387" y="432544"/>
                  </a:lnTo>
                  <a:lnTo>
                    <a:pt x="6203967" y="397325"/>
                  </a:lnTo>
                  <a:lnTo>
                    <a:pt x="6175138" y="363297"/>
                  </a:lnTo>
                  <a:lnTo>
                    <a:pt x="6144943" y="330503"/>
                  </a:lnTo>
                  <a:lnTo>
                    <a:pt x="6113427" y="298987"/>
                  </a:lnTo>
                  <a:lnTo>
                    <a:pt x="6080633" y="268793"/>
                  </a:lnTo>
                  <a:lnTo>
                    <a:pt x="6046605" y="239963"/>
                  </a:lnTo>
                  <a:lnTo>
                    <a:pt x="6011386" y="212543"/>
                  </a:lnTo>
                  <a:lnTo>
                    <a:pt x="5975021" y="186575"/>
                  </a:lnTo>
                  <a:lnTo>
                    <a:pt x="5937552" y="162103"/>
                  </a:lnTo>
                  <a:lnTo>
                    <a:pt x="5899024" y="139172"/>
                  </a:lnTo>
                  <a:lnTo>
                    <a:pt x="5859480" y="117823"/>
                  </a:lnTo>
                  <a:lnTo>
                    <a:pt x="5818964" y="98103"/>
                  </a:lnTo>
                  <a:lnTo>
                    <a:pt x="5777520" y="80053"/>
                  </a:lnTo>
                  <a:lnTo>
                    <a:pt x="5735190" y="63717"/>
                  </a:lnTo>
                  <a:lnTo>
                    <a:pt x="5692020" y="49140"/>
                  </a:lnTo>
                  <a:lnTo>
                    <a:pt x="5648051" y="36365"/>
                  </a:lnTo>
                  <a:lnTo>
                    <a:pt x="5603330" y="25435"/>
                  </a:lnTo>
                  <a:lnTo>
                    <a:pt x="5557898" y="16395"/>
                  </a:lnTo>
                  <a:lnTo>
                    <a:pt x="5511799" y="9287"/>
                  </a:lnTo>
                  <a:lnTo>
                    <a:pt x="5465078" y="4157"/>
                  </a:lnTo>
                  <a:lnTo>
                    <a:pt x="5417778" y="1046"/>
                  </a:lnTo>
                  <a:lnTo>
                    <a:pt x="5369942" y="0"/>
                  </a:lnTo>
                  <a:close/>
                </a:path>
              </a:pathLst>
            </a:custGeom>
            <a:solidFill>
              <a:srgbClr val="E1EF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8678430" y="7380378"/>
              <a:ext cx="2488565" cy="706120"/>
            </a:xfrm>
            <a:custGeom>
              <a:rect b="b" l="l" r="r" t="t"/>
              <a:pathLst>
                <a:path extrusionOk="0" h="706120" w="2488565">
                  <a:moveTo>
                    <a:pt x="1004925" y="50393"/>
                  </a:moveTo>
                  <a:lnTo>
                    <a:pt x="1000963" y="30822"/>
                  </a:lnTo>
                  <a:lnTo>
                    <a:pt x="990168" y="14808"/>
                  </a:lnTo>
                  <a:lnTo>
                    <a:pt x="974191" y="3975"/>
                  </a:lnTo>
                  <a:lnTo>
                    <a:pt x="954684" y="0"/>
                  </a:lnTo>
                  <a:lnTo>
                    <a:pt x="929551" y="0"/>
                  </a:lnTo>
                  <a:lnTo>
                    <a:pt x="929551" y="75590"/>
                  </a:lnTo>
                  <a:lnTo>
                    <a:pt x="929551" y="503974"/>
                  </a:lnTo>
                  <a:lnTo>
                    <a:pt x="226110" y="503974"/>
                  </a:lnTo>
                  <a:lnTo>
                    <a:pt x="226110" y="75590"/>
                  </a:lnTo>
                  <a:lnTo>
                    <a:pt x="929551" y="75590"/>
                  </a:lnTo>
                  <a:lnTo>
                    <a:pt x="929551" y="0"/>
                  </a:lnTo>
                  <a:lnTo>
                    <a:pt x="200990" y="0"/>
                  </a:lnTo>
                  <a:lnTo>
                    <a:pt x="181483" y="3975"/>
                  </a:lnTo>
                  <a:lnTo>
                    <a:pt x="165493" y="14808"/>
                  </a:lnTo>
                  <a:lnTo>
                    <a:pt x="154698" y="30822"/>
                  </a:lnTo>
                  <a:lnTo>
                    <a:pt x="150736" y="50393"/>
                  </a:lnTo>
                  <a:lnTo>
                    <a:pt x="150736" y="579564"/>
                  </a:lnTo>
                  <a:lnTo>
                    <a:pt x="1004925" y="579564"/>
                  </a:lnTo>
                  <a:lnTo>
                    <a:pt x="1004925" y="503974"/>
                  </a:lnTo>
                  <a:lnTo>
                    <a:pt x="1004925" y="75590"/>
                  </a:lnTo>
                  <a:lnTo>
                    <a:pt x="1004925" y="50393"/>
                  </a:lnTo>
                  <a:close/>
                </a:path>
                <a:path extrusionOk="0" h="706120" w="2488565">
                  <a:moveTo>
                    <a:pt x="1155661" y="629958"/>
                  </a:moveTo>
                  <a:lnTo>
                    <a:pt x="653199" y="629958"/>
                  </a:lnTo>
                  <a:lnTo>
                    <a:pt x="653199" y="650125"/>
                  </a:lnTo>
                  <a:lnTo>
                    <a:pt x="648182" y="655154"/>
                  </a:lnTo>
                  <a:lnTo>
                    <a:pt x="507492" y="655154"/>
                  </a:lnTo>
                  <a:lnTo>
                    <a:pt x="502462" y="650125"/>
                  </a:lnTo>
                  <a:lnTo>
                    <a:pt x="502462" y="629958"/>
                  </a:lnTo>
                  <a:lnTo>
                    <a:pt x="0" y="629958"/>
                  </a:lnTo>
                  <a:lnTo>
                    <a:pt x="0" y="655154"/>
                  </a:lnTo>
                  <a:lnTo>
                    <a:pt x="3962" y="674725"/>
                  </a:lnTo>
                  <a:lnTo>
                    <a:pt x="14757" y="690753"/>
                  </a:lnTo>
                  <a:lnTo>
                    <a:pt x="30734" y="701573"/>
                  </a:lnTo>
                  <a:lnTo>
                    <a:pt x="50241" y="705561"/>
                  </a:lnTo>
                  <a:lnTo>
                    <a:pt x="1105420" y="705561"/>
                  </a:lnTo>
                  <a:lnTo>
                    <a:pt x="1124927" y="701586"/>
                  </a:lnTo>
                  <a:lnTo>
                    <a:pt x="1140904" y="690753"/>
                  </a:lnTo>
                  <a:lnTo>
                    <a:pt x="1151699" y="674725"/>
                  </a:lnTo>
                  <a:lnTo>
                    <a:pt x="1155661" y="655154"/>
                  </a:lnTo>
                  <a:lnTo>
                    <a:pt x="1155661" y="629958"/>
                  </a:lnTo>
                  <a:close/>
                </a:path>
                <a:path extrusionOk="0" h="706120" w="2488565">
                  <a:moveTo>
                    <a:pt x="2086178" y="50393"/>
                  </a:moveTo>
                  <a:lnTo>
                    <a:pt x="2082215" y="30822"/>
                  </a:lnTo>
                  <a:lnTo>
                    <a:pt x="2071420" y="14808"/>
                  </a:lnTo>
                  <a:lnTo>
                    <a:pt x="2055444" y="3975"/>
                  </a:lnTo>
                  <a:lnTo>
                    <a:pt x="2035937" y="0"/>
                  </a:lnTo>
                  <a:lnTo>
                    <a:pt x="2010803" y="0"/>
                  </a:lnTo>
                  <a:lnTo>
                    <a:pt x="2010803" y="75590"/>
                  </a:lnTo>
                  <a:lnTo>
                    <a:pt x="2010803" y="478764"/>
                  </a:lnTo>
                  <a:lnTo>
                    <a:pt x="1407845" y="478764"/>
                  </a:lnTo>
                  <a:lnTo>
                    <a:pt x="1407845" y="75590"/>
                  </a:lnTo>
                  <a:lnTo>
                    <a:pt x="2010803" y="75590"/>
                  </a:lnTo>
                  <a:lnTo>
                    <a:pt x="2010803" y="0"/>
                  </a:lnTo>
                  <a:lnTo>
                    <a:pt x="1382725" y="0"/>
                  </a:lnTo>
                  <a:lnTo>
                    <a:pt x="1363218" y="3975"/>
                  </a:lnTo>
                  <a:lnTo>
                    <a:pt x="1347241" y="14808"/>
                  </a:lnTo>
                  <a:lnTo>
                    <a:pt x="1336446" y="30822"/>
                  </a:lnTo>
                  <a:lnTo>
                    <a:pt x="1332484" y="50393"/>
                  </a:lnTo>
                  <a:lnTo>
                    <a:pt x="1332484" y="503974"/>
                  </a:lnTo>
                  <a:lnTo>
                    <a:pt x="1336446" y="523532"/>
                  </a:lnTo>
                  <a:lnTo>
                    <a:pt x="1347241" y="539559"/>
                  </a:lnTo>
                  <a:lnTo>
                    <a:pt x="1363218" y="550392"/>
                  </a:lnTo>
                  <a:lnTo>
                    <a:pt x="1382725" y="554367"/>
                  </a:lnTo>
                  <a:lnTo>
                    <a:pt x="1633969" y="554367"/>
                  </a:lnTo>
                  <a:lnTo>
                    <a:pt x="1633969" y="629958"/>
                  </a:lnTo>
                  <a:lnTo>
                    <a:pt x="1520913" y="629958"/>
                  </a:lnTo>
                  <a:lnTo>
                    <a:pt x="1520913" y="705561"/>
                  </a:lnTo>
                  <a:lnTo>
                    <a:pt x="1897761" y="705561"/>
                  </a:lnTo>
                  <a:lnTo>
                    <a:pt x="1897761" y="629958"/>
                  </a:lnTo>
                  <a:lnTo>
                    <a:pt x="1784705" y="629958"/>
                  </a:lnTo>
                  <a:lnTo>
                    <a:pt x="1784705" y="554367"/>
                  </a:lnTo>
                  <a:lnTo>
                    <a:pt x="2035937" y="554367"/>
                  </a:lnTo>
                  <a:lnTo>
                    <a:pt x="2055444" y="550392"/>
                  </a:lnTo>
                  <a:lnTo>
                    <a:pt x="2071420" y="539559"/>
                  </a:lnTo>
                  <a:lnTo>
                    <a:pt x="2082215" y="523532"/>
                  </a:lnTo>
                  <a:lnTo>
                    <a:pt x="2086178" y="503974"/>
                  </a:lnTo>
                  <a:lnTo>
                    <a:pt x="2086178" y="478764"/>
                  </a:lnTo>
                  <a:lnTo>
                    <a:pt x="2086178" y="75590"/>
                  </a:lnTo>
                  <a:lnTo>
                    <a:pt x="2086178" y="50393"/>
                  </a:lnTo>
                  <a:close/>
                </a:path>
                <a:path extrusionOk="0" h="706120" w="2488565">
                  <a:moveTo>
                    <a:pt x="2488146" y="50393"/>
                  </a:moveTo>
                  <a:lnTo>
                    <a:pt x="2484183" y="30822"/>
                  </a:lnTo>
                  <a:lnTo>
                    <a:pt x="2473388" y="14808"/>
                  </a:lnTo>
                  <a:lnTo>
                    <a:pt x="2457412" y="3975"/>
                  </a:lnTo>
                  <a:lnTo>
                    <a:pt x="2437904" y="0"/>
                  </a:lnTo>
                  <a:lnTo>
                    <a:pt x="2437904" y="50393"/>
                  </a:lnTo>
                  <a:lnTo>
                    <a:pt x="2437904" y="125996"/>
                  </a:lnTo>
                  <a:lnTo>
                    <a:pt x="2437904" y="176390"/>
                  </a:lnTo>
                  <a:lnTo>
                    <a:pt x="2437904" y="251980"/>
                  </a:lnTo>
                  <a:lnTo>
                    <a:pt x="2349970" y="251980"/>
                  </a:lnTo>
                  <a:lnTo>
                    <a:pt x="2349970" y="592162"/>
                  </a:lnTo>
                  <a:lnTo>
                    <a:pt x="2347087" y="607110"/>
                  </a:lnTo>
                  <a:lnTo>
                    <a:pt x="2339136" y="619099"/>
                  </a:lnTo>
                  <a:lnTo>
                    <a:pt x="2327186" y="627062"/>
                  </a:lnTo>
                  <a:lnTo>
                    <a:pt x="2312289" y="629958"/>
                  </a:lnTo>
                  <a:lnTo>
                    <a:pt x="2297392" y="627062"/>
                  </a:lnTo>
                  <a:lnTo>
                    <a:pt x="2285441" y="619099"/>
                  </a:lnTo>
                  <a:lnTo>
                    <a:pt x="2277491" y="607110"/>
                  </a:lnTo>
                  <a:lnTo>
                    <a:pt x="2274595" y="592162"/>
                  </a:lnTo>
                  <a:lnTo>
                    <a:pt x="2277491" y="577227"/>
                  </a:lnTo>
                  <a:lnTo>
                    <a:pt x="2312289" y="554367"/>
                  </a:lnTo>
                  <a:lnTo>
                    <a:pt x="2347087" y="577227"/>
                  </a:lnTo>
                  <a:lnTo>
                    <a:pt x="2349970" y="592162"/>
                  </a:lnTo>
                  <a:lnTo>
                    <a:pt x="2349970" y="251980"/>
                  </a:lnTo>
                  <a:lnTo>
                    <a:pt x="2186673" y="251980"/>
                  </a:lnTo>
                  <a:lnTo>
                    <a:pt x="2186673" y="176390"/>
                  </a:lnTo>
                  <a:lnTo>
                    <a:pt x="2437904" y="176390"/>
                  </a:lnTo>
                  <a:lnTo>
                    <a:pt x="2437904" y="125996"/>
                  </a:lnTo>
                  <a:lnTo>
                    <a:pt x="2186673" y="125996"/>
                  </a:lnTo>
                  <a:lnTo>
                    <a:pt x="2186673" y="50393"/>
                  </a:lnTo>
                  <a:lnTo>
                    <a:pt x="2437904" y="50393"/>
                  </a:lnTo>
                  <a:lnTo>
                    <a:pt x="2437904" y="0"/>
                  </a:lnTo>
                  <a:lnTo>
                    <a:pt x="2186673" y="0"/>
                  </a:lnTo>
                  <a:lnTo>
                    <a:pt x="2167166" y="3975"/>
                  </a:lnTo>
                  <a:lnTo>
                    <a:pt x="2151189" y="14808"/>
                  </a:lnTo>
                  <a:lnTo>
                    <a:pt x="2140394" y="30822"/>
                  </a:lnTo>
                  <a:lnTo>
                    <a:pt x="2136419" y="50393"/>
                  </a:lnTo>
                  <a:lnTo>
                    <a:pt x="2136419" y="655154"/>
                  </a:lnTo>
                  <a:lnTo>
                    <a:pt x="2140394" y="674725"/>
                  </a:lnTo>
                  <a:lnTo>
                    <a:pt x="2151189" y="690753"/>
                  </a:lnTo>
                  <a:lnTo>
                    <a:pt x="2167166" y="701573"/>
                  </a:lnTo>
                  <a:lnTo>
                    <a:pt x="2186673" y="705561"/>
                  </a:lnTo>
                  <a:lnTo>
                    <a:pt x="2437904" y="705561"/>
                  </a:lnTo>
                  <a:lnTo>
                    <a:pt x="2457412" y="701586"/>
                  </a:lnTo>
                  <a:lnTo>
                    <a:pt x="2473388" y="690753"/>
                  </a:lnTo>
                  <a:lnTo>
                    <a:pt x="2484183" y="674725"/>
                  </a:lnTo>
                  <a:lnTo>
                    <a:pt x="2488146" y="655154"/>
                  </a:lnTo>
                  <a:lnTo>
                    <a:pt x="2488146" y="629958"/>
                  </a:lnTo>
                  <a:lnTo>
                    <a:pt x="2488146" y="554367"/>
                  </a:lnTo>
                  <a:lnTo>
                    <a:pt x="2488146" y="251980"/>
                  </a:lnTo>
                  <a:lnTo>
                    <a:pt x="2488146" y="176390"/>
                  </a:lnTo>
                  <a:lnTo>
                    <a:pt x="2488146" y="125996"/>
                  </a:lnTo>
                  <a:lnTo>
                    <a:pt x="2488146" y="503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8" name="Google Shape;488;p15"/>
          <p:cNvSpPr txBox="1"/>
          <p:nvPr/>
        </p:nvSpPr>
        <p:spPr>
          <a:xfrm>
            <a:off x="4290789" y="5011695"/>
            <a:ext cx="3517207" cy="562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5">
            <a:spAutoFit/>
          </a:bodyPr>
          <a:lstStyle/>
          <a:p>
            <a:pPr indent="1002674" lvl="0" marL="7637" marR="305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4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Local Servers (MongoDB Community Server)</a:t>
            </a:r>
            <a:endParaRPr sz="1804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89" name="Google Shape;489;p15"/>
          <p:cNvSpPr txBox="1"/>
          <p:nvPr/>
        </p:nvSpPr>
        <p:spPr>
          <a:xfrm>
            <a:off x="4973790" y="1756709"/>
            <a:ext cx="1948573" cy="562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5">
            <a:spAutoFit/>
          </a:bodyPr>
          <a:lstStyle/>
          <a:p>
            <a:pPr indent="176403" lvl="0" marL="7637" marR="305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4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Cloud Servers (MongoDB Atlas)</a:t>
            </a:r>
            <a:endParaRPr sz="1804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490" name="Google Shape;490;p15"/>
          <p:cNvGrpSpPr/>
          <p:nvPr/>
        </p:nvGrpSpPr>
        <p:grpSpPr>
          <a:xfrm>
            <a:off x="2024371" y="1228668"/>
            <a:ext cx="4551321" cy="3980771"/>
            <a:chOff x="3281083" y="2043228"/>
            <a:chExt cx="7568677" cy="6619875"/>
          </a:xfrm>
        </p:grpSpPr>
        <p:sp>
          <p:nvSpPr>
            <p:cNvPr id="491" name="Google Shape;491;p15"/>
            <p:cNvSpPr/>
            <p:nvPr/>
          </p:nvSpPr>
          <p:spPr>
            <a:xfrm>
              <a:off x="3281083" y="4714698"/>
              <a:ext cx="819150" cy="994410"/>
            </a:xfrm>
            <a:custGeom>
              <a:rect b="b" l="l" r="r" t="t"/>
              <a:pathLst>
                <a:path extrusionOk="0" h="994410" w="819150">
                  <a:moveTo>
                    <a:pt x="534822" y="695477"/>
                  </a:moveTo>
                  <a:lnTo>
                    <a:pt x="479577" y="667753"/>
                  </a:lnTo>
                  <a:lnTo>
                    <a:pt x="475564" y="654761"/>
                  </a:lnTo>
                  <a:lnTo>
                    <a:pt x="470954" y="642239"/>
                  </a:lnTo>
                  <a:lnTo>
                    <a:pt x="466648" y="632472"/>
                  </a:lnTo>
                  <a:lnTo>
                    <a:pt x="465632" y="630186"/>
                  </a:lnTo>
                  <a:lnTo>
                    <a:pt x="459498" y="618617"/>
                  </a:lnTo>
                  <a:lnTo>
                    <a:pt x="479577" y="559396"/>
                  </a:lnTo>
                  <a:lnTo>
                    <a:pt x="454469" y="534200"/>
                  </a:lnTo>
                  <a:lnTo>
                    <a:pt x="434390" y="514045"/>
                  </a:lnTo>
                  <a:lnTo>
                    <a:pt x="375386" y="534200"/>
                  </a:lnTo>
                  <a:lnTo>
                    <a:pt x="363664" y="528040"/>
                  </a:lnTo>
                  <a:lnTo>
                    <a:pt x="361569" y="527138"/>
                  </a:lnTo>
                  <a:lnTo>
                    <a:pt x="361569" y="726973"/>
                  </a:lnTo>
                  <a:lnTo>
                    <a:pt x="354279" y="763524"/>
                  </a:lnTo>
                  <a:lnTo>
                    <a:pt x="334264" y="793584"/>
                  </a:lnTo>
                  <a:lnTo>
                    <a:pt x="304368" y="813968"/>
                  </a:lnTo>
                  <a:lnTo>
                    <a:pt x="267411" y="821461"/>
                  </a:lnTo>
                  <a:lnTo>
                    <a:pt x="230454" y="813968"/>
                  </a:lnTo>
                  <a:lnTo>
                    <a:pt x="200558" y="793584"/>
                  </a:lnTo>
                  <a:lnTo>
                    <a:pt x="180555" y="763524"/>
                  </a:lnTo>
                  <a:lnTo>
                    <a:pt x="173253" y="726973"/>
                  </a:lnTo>
                  <a:lnTo>
                    <a:pt x="180619" y="690410"/>
                  </a:lnTo>
                  <a:lnTo>
                    <a:pt x="180721" y="689876"/>
                  </a:lnTo>
                  <a:lnTo>
                    <a:pt x="201028" y="659879"/>
                  </a:lnTo>
                  <a:lnTo>
                    <a:pt x="230987" y="639800"/>
                  </a:lnTo>
                  <a:lnTo>
                    <a:pt x="267411" y="632472"/>
                  </a:lnTo>
                  <a:lnTo>
                    <a:pt x="304368" y="639978"/>
                  </a:lnTo>
                  <a:lnTo>
                    <a:pt x="334264" y="660349"/>
                  </a:lnTo>
                  <a:lnTo>
                    <a:pt x="354279" y="690410"/>
                  </a:lnTo>
                  <a:lnTo>
                    <a:pt x="361569" y="726973"/>
                  </a:lnTo>
                  <a:lnTo>
                    <a:pt x="361569" y="527138"/>
                  </a:lnTo>
                  <a:lnTo>
                    <a:pt x="351370" y="522706"/>
                  </a:lnTo>
                  <a:lnTo>
                    <a:pt x="338836" y="518083"/>
                  </a:lnTo>
                  <a:lnTo>
                    <a:pt x="326415" y="514045"/>
                  </a:lnTo>
                  <a:lnTo>
                    <a:pt x="298792" y="458609"/>
                  </a:lnTo>
                  <a:lnTo>
                    <a:pt x="236029" y="458609"/>
                  </a:lnTo>
                  <a:lnTo>
                    <a:pt x="208407" y="514045"/>
                  </a:lnTo>
                  <a:lnTo>
                    <a:pt x="195453" y="518083"/>
                  </a:lnTo>
                  <a:lnTo>
                    <a:pt x="182981" y="522706"/>
                  </a:lnTo>
                  <a:lnTo>
                    <a:pt x="170980" y="528040"/>
                  </a:lnTo>
                  <a:lnTo>
                    <a:pt x="159448" y="534200"/>
                  </a:lnTo>
                  <a:lnTo>
                    <a:pt x="100431" y="514045"/>
                  </a:lnTo>
                  <a:lnTo>
                    <a:pt x="56502" y="558139"/>
                  </a:lnTo>
                  <a:lnTo>
                    <a:pt x="75323" y="617359"/>
                  </a:lnTo>
                  <a:lnTo>
                    <a:pt x="69189" y="629107"/>
                  </a:lnTo>
                  <a:lnTo>
                    <a:pt x="63868" y="641451"/>
                  </a:lnTo>
                  <a:lnTo>
                    <a:pt x="59258" y="654037"/>
                  </a:lnTo>
                  <a:lnTo>
                    <a:pt x="55245" y="666496"/>
                  </a:lnTo>
                  <a:lnTo>
                    <a:pt x="0" y="694207"/>
                  </a:lnTo>
                  <a:lnTo>
                    <a:pt x="0" y="757212"/>
                  </a:lnTo>
                  <a:lnTo>
                    <a:pt x="55245" y="784923"/>
                  </a:lnTo>
                  <a:lnTo>
                    <a:pt x="59258" y="797915"/>
                  </a:lnTo>
                  <a:lnTo>
                    <a:pt x="63868" y="810437"/>
                  </a:lnTo>
                  <a:lnTo>
                    <a:pt x="69189" y="822490"/>
                  </a:lnTo>
                  <a:lnTo>
                    <a:pt x="75323" y="834059"/>
                  </a:lnTo>
                  <a:lnTo>
                    <a:pt x="56502" y="893279"/>
                  </a:lnTo>
                  <a:lnTo>
                    <a:pt x="100431" y="937374"/>
                  </a:lnTo>
                  <a:lnTo>
                    <a:pt x="159448" y="918476"/>
                  </a:lnTo>
                  <a:lnTo>
                    <a:pt x="170980" y="924636"/>
                  </a:lnTo>
                  <a:lnTo>
                    <a:pt x="182981" y="929970"/>
                  </a:lnTo>
                  <a:lnTo>
                    <a:pt x="195453" y="934605"/>
                  </a:lnTo>
                  <a:lnTo>
                    <a:pt x="208407" y="938631"/>
                  </a:lnTo>
                  <a:lnTo>
                    <a:pt x="236029" y="994067"/>
                  </a:lnTo>
                  <a:lnTo>
                    <a:pt x="298792" y="994067"/>
                  </a:lnTo>
                  <a:lnTo>
                    <a:pt x="326415" y="938631"/>
                  </a:lnTo>
                  <a:lnTo>
                    <a:pt x="339369" y="934605"/>
                  </a:lnTo>
                  <a:lnTo>
                    <a:pt x="351840" y="929970"/>
                  </a:lnTo>
                  <a:lnTo>
                    <a:pt x="363842" y="924636"/>
                  </a:lnTo>
                  <a:lnTo>
                    <a:pt x="375386" y="918476"/>
                  </a:lnTo>
                  <a:lnTo>
                    <a:pt x="434390" y="938631"/>
                  </a:lnTo>
                  <a:lnTo>
                    <a:pt x="453910" y="918476"/>
                  </a:lnTo>
                  <a:lnTo>
                    <a:pt x="478332" y="893279"/>
                  </a:lnTo>
                  <a:lnTo>
                    <a:pt x="459498" y="835329"/>
                  </a:lnTo>
                  <a:lnTo>
                    <a:pt x="475564" y="799185"/>
                  </a:lnTo>
                  <a:lnTo>
                    <a:pt x="479577" y="786180"/>
                  </a:lnTo>
                  <a:lnTo>
                    <a:pt x="534822" y="758469"/>
                  </a:lnTo>
                  <a:lnTo>
                    <a:pt x="534822" y="695477"/>
                  </a:lnTo>
                  <a:close/>
                </a:path>
                <a:path extrusionOk="0" h="994410" w="819150">
                  <a:moveTo>
                    <a:pt x="818553" y="236855"/>
                  </a:moveTo>
                  <a:lnTo>
                    <a:pt x="763308" y="209143"/>
                  </a:lnTo>
                  <a:lnTo>
                    <a:pt x="759294" y="196151"/>
                  </a:lnTo>
                  <a:lnTo>
                    <a:pt x="754684" y="183629"/>
                  </a:lnTo>
                  <a:lnTo>
                    <a:pt x="750379" y="173863"/>
                  </a:lnTo>
                  <a:lnTo>
                    <a:pt x="749363" y="171577"/>
                  </a:lnTo>
                  <a:lnTo>
                    <a:pt x="743229" y="160007"/>
                  </a:lnTo>
                  <a:lnTo>
                    <a:pt x="763308" y="100787"/>
                  </a:lnTo>
                  <a:lnTo>
                    <a:pt x="738200" y="75590"/>
                  </a:lnTo>
                  <a:lnTo>
                    <a:pt x="718121" y="55435"/>
                  </a:lnTo>
                  <a:lnTo>
                    <a:pt x="659117" y="75590"/>
                  </a:lnTo>
                  <a:lnTo>
                    <a:pt x="647573" y="69430"/>
                  </a:lnTo>
                  <a:lnTo>
                    <a:pt x="645299" y="68427"/>
                  </a:lnTo>
                  <a:lnTo>
                    <a:pt x="645299" y="268363"/>
                  </a:lnTo>
                  <a:lnTo>
                    <a:pt x="637832" y="304914"/>
                  </a:lnTo>
                  <a:lnTo>
                    <a:pt x="617524" y="334975"/>
                  </a:lnTo>
                  <a:lnTo>
                    <a:pt x="587565" y="355358"/>
                  </a:lnTo>
                  <a:lnTo>
                    <a:pt x="551141" y="362851"/>
                  </a:lnTo>
                  <a:lnTo>
                    <a:pt x="514184" y="355358"/>
                  </a:lnTo>
                  <a:lnTo>
                    <a:pt x="484289" y="334975"/>
                  </a:lnTo>
                  <a:lnTo>
                    <a:pt x="464286" y="304914"/>
                  </a:lnTo>
                  <a:lnTo>
                    <a:pt x="456984" y="268363"/>
                  </a:lnTo>
                  <a:lnTo>
                    <a:pt x="464464" y="231800"/>
                  </a:lnTo>
                  <a:lnTo>
                    <a:pt x="484759" y="201739"/>
                  </a:lnTo>
                  <a:lnTo>
                    <a:pt x="514718" y="181368"/>
                  </a:lnTo>
                  <a:lnTo>
                    <a:pt x="551141" y="173863"/>
                  </a:lnTo>
                  <a:lnTo>
                    <a:pt x="588098" y="181368"/>
                  </a:lnTo>
                  <a:lnTo>
                    <a:pt x="617994" y="201739"/>
                  </a:lnTo>
                  <a:lnTo>
                    <a:pt x="638009" y="231800"/>
                  </a:lnTo>
                  <a:lnTo>
                    <a:pt x="645299" y="268363"/>
                  </a:lnTo>
                  <a:lnTo>
                    <a:pt x="645299" y="68427"/>
                  </a:lnTo>
                  <a:lnTo>
                    <a:pt x="635571" y="64096"/>
                  </a:lnTo>
                  <a:lnTo>
                    <a:pt x="623100" y="59461"/>
                  </a:lnTo>
                  <a:lnTo>
                    <a:pt x="610146" y="55435"/>
                  </a:lnTo>
                  <a:lnTo>
                    <a:pt x="582523" y="0"/>
                  </a:lnTo>
                  <a:lnTo>
                    <a:pt x="519760" y="0"/>
                  </a:lnTo>
                  <a:lnTo>
                    <a:pt x="492137" y="55435"/>
                  </a:lnTo>
                  <a:lnTo>
                    <a:pt x="479183" y="59461"/>
                  </a:lnTo>
                  <a:lnTo>
                    <a:pt x="466712" y="64096"/>
                  </a:lnTo>
                  <a:lnTo>
                    <a:pt x="454710" y="69430"/>
                  </a:lnTo>
                  <a:lnTo>
                    <a:pt x="443179" y="75590"/>
                  </a:lnTo>
                  <a:lnTo>
                    <a:pt x="384162" y="55435"/>
                  </a:lnTo>
                  <a:lnTo>
                    <a:pt x="338975" y="100787"/>
                  </a:lnTo>
                  <a:lnTo>
                    <a:pt x="359054" y="160007"/>
                  </a:lnTo>
                  <a:lnTo>
                    <a:pt x="352920" y="171577"/>
                  </a:lnTo>
                  <a:lnTo>
                    <a:pt x="347599" y="183629"/>
                  </a:lnTo>
                  <a:lnTo>
                    <a:pt x="342988" y="196151"/>
                  </a:lnTo>
                  <a:lnTo>
                    <a:pt x="338975" y="209143"/>
                  </a:lnTo>
                  <a:lnTo>
                    <a:pt x="283730" y="236855"/>
                  </a:lnTo>
                  <a:lnTo>
                    <a:pt x="283730" y="299859"/>
                  </a:lnTo>
                  <a:lnTo>
                    <a:pt x="338975" y="327571"/>
                  </a:lnTo>
                  <a:lnTo>
                    <a:pt x="342988" y="340563"/>
                  </a:lnTo>
                  <a:lnTo>
                    <a:pt x="347599" y="353085"/>
                  </a:lnTo>
                  <a:lnTo>
                    <a:pt x="352844" y="364959"/>
                  </a:lnTo>
                  <a:lnTo>
                    <a:pt x="352920" y="365137"/>
                  </a:lnTo>
                  <a:lnTo>
                    <a:pt x="359054" y="376707"/>
                  </a:lnTo>
                  <a:lnTo>
                    <a:pt x="338975" y="435927"/>
                  </a:lnTo>
                  <a:lnTo>
                    <a:pt x="382917" y="480021"/>
                  </a:lnTo>
                  <a:lnTo>
                    <a:pt x="441921" y="459867"/>
                  </a:lnTo>
                  <a:lnTo>
                    <a:pt x="453453" y="466026"/>
                  </a:lnTo>
                  <a:lnTo>
                    <a:pt x="465455" y="471360"/>
                  </a:lnTo>
                  <a:lnTo>
                    <a:pt x="477939" y="475996"/>
                  </a:lnTo>
                  <a:lnTo>
                    <a:pt x="490880" y="480021"/>
                  </a:lnTo>
                  <a:lnTo>
                    <a:pt x="518502" y="535457"/>
                  </a:lnTo>
                  <a:lnTo>
                    <a:pt x="581279" y="535457"/>
                  </a:lnTo>
                  <a:lnTo>
                    <a:pt x="608888" y="480021"/>
                  </a:lnTo>
                  <a:lnTo>
                    <a:pt x="621842" y="475996"/>
                  </a:lnTo>
                  <a:lnTo>
                    <a:pt x="634314" y="471360"/>
                  </a:lnTo>
                  <a:lnTo>
                    <a:pt x="646315" y="466026"/>
                  </a:lnTo>
                  <a:lnTo>
                    <a:pt x="657860" y="459867"/>
                  </a:lnTo>
                  <a:lnTo>
                    <a:pt x="716864" y="480021"/>
                  </a:lnTo>
                  <a:lnTo>
                    <a:pt x="737527" y="459867"/>
                  </a:lnTo>
                  <a:lnTo>
                    <a:pt x="762063" y="435927"/>
                  </a:lnTo>
                  <a:lnTo>
                    <a:pt x="741972" y="376707"/>
                  </a:lnTo>
                  <a:lnTo>
                    <a:pt x="748207" y="365137"/>
                  </a:lnTo>
                  <a:lnTo>
                    <a:pt x="749287" y="362851"/>
                  </a:lnTo>
                  <a:lnTo>
                    <a:pt x="754049" y="352615"/>
                  </a:lnTo>
                  <a:lnTo>
                    <a:pt x="759091" y="340042"/>
                  </a:lnTo>
                  <a:lnTo>
                    <a:pt x="763308" y="327571"/>
                  </a:lnTo>
                  <a:lnTo>
                    <a:pt x="818553" y="299859"/>
                  </a:lnTo>
                  <a:lnTo>
                    <a:pt x="818553" y="236855"/>
                  </a:lnTo>
                  <a:close/>
                </a:path>
              </a:pathLst>
            </a:custGeom>
            <a:solidFill>
              <a:srgbClr val="00AF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92" name="Google Shape;49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762120" y="3926314"/>
              <a:ext cx="2087640" cy="2304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3" name="Google Shape;493;p15"/>
            <p:cNvSpPr/>
            <p:nvPr/>
          </p:nvSpPr>
          <p:spPr>
            <a:xfrm>
              <a:off x="3797528" y="2043228"/>
              <a:ext cx="1155700" cy="6619875"/>
            </a:xfrm>
            <a:custGeom>
              <a:rect b="b" l="l" r="r" t="t"/>
              <a:pathLst>
                <a:path extrusionOk="0" h="6619875" w="1155700">
                  <a:moveTo>
                    <a:pt x="474129" y="453885"/>
                  </a:moveTo>
                  <a:lnTo>
                    <a:pt x="343052" y="453885"/>
                  </a:lnTo>
                  <a:lnTo>
                    <a:pt x="343052" y="668883"/>
                  </a:lnTo>
                  <a:lnTo>
                    <a:pt x="474129" y="668883"/>
                  </a:lnTo>
                  <a:lnTo>
                    <a:pt x="474129" y="453885"/>
                  </a:lnTo>
                  <a:close/>
                </a:path>
                <a:path extrusionOk="0" h="6619875" w="1155700">
                  <a:moveTo>
                    <a:pt x="652856" y="250837"/>
                  </a:moveTo>
                  <a:lnTo>
                    <a:pt x="521792" y="250837"/>
                  </a:lnTo>
                  <a:lnTo>
                    <a:pt x="521792" y="668883"/>
                  </a:lnTo>
                  <a:lnTo>
                    <a:pt x="652856" y="668883"/>
                  </a:lnTo>
                  <a:lnTo>
                    <a:pt x="652856" y="250837"/>
                  </a:lnTo>
                  <a:close/>
                </a:path>
                <a:path extrusionOk="0" h="6619875" w="1155700">
                  <a:moveTo>
                    <a:pt x="678116" y="6104064"/>
                  </a:moveTo>
                  <a:lnTo>
                    <a:pt x="675398" y="6089980"/>
                  </a:lnTo>
                  <a:lnTo>
                    <a:pt x="667270" y="6077559"/>
                  </a:lnTo>
                  <a:lnTo>
                    <a:pt x="596214" y="6006350"/>
                  </a:lnTo>
                  <a:lnTo>
                    <a:pt x="640638" y="5961812"/>
                  </a:lnTo>
                  <a:lnTo>
                    <a:pt x="551815" y="5872785"/>
                  </a:lnTo>
                  <a:lnTo>
                    <a:pt x="510082" y="5841187"/>
                  </a:lnTo>
                  <a:lnTo>
                    <a:pt x="462648" y="5822670"/>
                  </a:lnTo>
                  <a:lnTo>
                    <a:pt x="412394" y="5817527"/>
                  </a:lnTo>
                  <a:lnTo>
                    <a:pt x="362204" y="5826061"/>
                  </a:lnTo>
                  <a:lnTo>
                    <a:pt x="314960" y="5848540"/>
                  </a:lnTo>
                  <a:lnTo>
                    <a:pt x="285838" y="5818327"/>
                  </a:lnTo>
                  <a:lnTo>
                    <a:pt x="244729" y="5782208"/>
                  </a:lnTo>
                  <a:lnTo>
                    <a:pt x="198831" y="5753379"/>
                  </a:lnTo>
                  <a:lnTo>
                    <a:pt x="149110" y="5732246"/>
                  </a:lnTo>
                  <a:lnTo>
                    <a:pt x="96532" y="5719229"/>
                  </a:lnTo>
                  <a:lnTo>
                    <a:pt x="42037" y="5714708"/>
                  </a:lnTo>
                  <a:lnTo>
                    <a:pt x="0" y="5714708"/>
                  </a:lnTo>
                  <a:lnTo>
                    <a:pt x="0" y="5790260"/>
                  </a:lnTo>
                  <a:lnTo>
                    <a:pt x="42049" y="5790260"/>
                  </a:lnTo>
                  <a:lnTo>
                    <a:pt x="94830" y="5795696"/>
                  </a:lnTo>
                  <a:lnTo>
                    <a:pt x="145008" y="5811342"/>
                  </a:lnTo>
                  <a:lnTo>
                    <a:pt x="191122" y="5836602"/>
                  </a:lnTo>
                  <a:lnTo>
                    <a:pt x="231724" y="5870854"/>
                  </a:lnTo>
                  <a:lnTo>
                    <a:pt x="261645" y="5901868"/>
                  </a:lnTo>
                  <a:lnTo>
                    <a:pt x="241782" y="5941098"/>
                  </a:lnTo>
                  <a:lnTo>
                    <a:pt x="231686" y="5982741"/>
                  </a:lnTo>
                  <a:lnTo>
                    <a:pt x="231165" y="6025121"/>
                  </a:lnTo>
                  <a:lnTo>
                    <a:pt x="240055" y="6066561"/>
                  </a:lnTo>
                  <a:lnTo>
                    <a:pt x="258191" y="6105372"/>
                  </a:lnTo>
                  <a:lnTo>
                    <a:pt x="285407" y="6139866"/>
                  </a:lnTo>
                  <a:lnTo>
                    <a:pt x="374167" y="6228931"/>
                  </a:lnTo>
                  <a:lnTo>
                    <a:pt x="418579" y="6184404"/>
                  </a:lnTo>
                  <a:lnTo>
                    <a:pt x="489635" y="6255651"/>
                  </a:lnTo>
                  <a:lnTo>
                    <a:pt x="502170" y="6263843"/>
                  </a:lnTo>
                  <a:lnTo>
                    <a:pt x="516369" y="6266497"/>
                  </a:lnTo>
                  <a:lnTo>
                    <a:pt x="530529" y="6263614"/>
                  </a:lnTo>
                  <a:lnTo>
                    <a:pt x="542937" y="6255207"/>
                  </a:lnTo>
                  <a:lnTo>
                    <a:pt x="551053" y="6242799"/>
                  </a:lnTo>
                  <a:lnTo>
                    <a:pt x="553758" y="6228715"/>
                  </a:lnTo>
                  <a:lnTo>
                    <a:pt x="551053" y="6214643"/>
                  </a:lnTo>
                  <a:lnTo>
                    <a:pt x="542937" y="6202223"/>
                  </a:lnTo>
                  <a:lnTo>
                    <a:pt x="471881" y="6130988"/>
                  </a:lnTo>
                  <a:lnTo>
                    <a:pt x="542937" y="6059754"/>
                  </a:lnTo>
                  <a:lnTo>
                    <a:pt x="613994" y="6130988"/>
                  </a:lnTo>
                  <a:lnTo>
                    <a:pt x="626529" y="6139180"/>
                  </a:lnTo>
                  <a:lnTo>
                    <a:pt x="640727" y="6141834"/>
                  </a:lnTo>
                  <a:lnTo>
                    <a:pt x="654888" y="6138951"/>
                  </a:lnTo>
                  <a:lnTo>
                    <a:pt x="667296" y="6130544"/>
                  </a:lnTo>
                  <a:lnTo>
                    <a:pt x="675411" y="6118136"/>
                  </a:lnTo>
                  <a:lnTo>
                    <a:pt x="678116" y="6104064"/>
                  </a:lnTo>
                  <a:close/>
                </a:path>
                <a:path extrusionOk="0" h="6619875" w="1155700">
                  <a:moveTo>
                    <a:pt x="831596" y="12"/>
                  </a:moveTo>
                  <a:lnTo>
                    <a:pt x="700519" y="0"/>
                  </a:lnTo>
                  <a:lnTo>
                    <a:pt x="700519" y="668883"/>
                  </a:lnTo>
                  <a:lnTo>
                    <a:pt x="831596" y="668883"/>
                  </a:lnTo>
                  <a:lnTo>
                    <a:pt x="831596" y="12"/>
                  </a:lnTo>
                  <a:close/>
                </a:path>
                <a:path extrusionOk="0" h="6619875" w="1155700">
                  <a:moveTo>
                    <a:pt x="1010323" y="250837"/>
                  </a:moveTo>
                  <a:lnTo>
                    <a:pt x="879259" y="250837"/>
                  </a:lnTo>
                  <a:lnTo>
                    <a:pt x="879259" y="668883"/>
                  </a:lnTo>
                  <a:lnTo>
                    <a:pt x="1010323" y="668883"/>
                  </a:lnTo>
                  <a:lnTo>
                    <a:pt x="1010323" y="250837"/>
                  </a:lnTo>
                  <a:close/>
                </a:path>
                <a:path extrusionOk="0" h="6619875" w="1155700">
                  <a:moveTo>
                    <a:pt x="1153312" y="12"/>
                  </a:moveTo>
                  <a:lnTo>
                    <a:pt x="1081824" y="12"/>
                  </a:lnTo>
                  <a:lnTo>
                    <a:pt x="1081824" y="740549"/>
                  </a:lnTo>
                  <a:lnTo>
                    <a:pt x="343052" y="740549"/>
                  </a:lnTo>
                  <a:lnTo>
                    <a:pt x="343052" y="812215"/>
                  </a:lnTo>
                  <a:lnTo>
                    <a:pt x="1153312" y="812215"/>
                  </a:lnTo>
                  <a:lnTo>
                    <a:pt x="1153312" y="12"/>
                  </a:lnTo>
                  <a:close/>
                </a:path>
                <a:path extrusionOk="0" h="6619875" w="1155700">
                  <a:moveTo>
                    <a:pt x="1155661" y="6543738"/>
                  </a:moveTo>
                  <a:lnTo>
                    <a:pt x="1114298" y="6543738"/>
                  </a:lnTo>
                  <a:lnTo>
                    <a:pt x="1063663" y="6538900"/>
                  </a:lnTo>
                  <a:lnTo>
                    <a:pt x="1015339" y="6524536"/>
                  </a:lnTo>
                  <a:lnTo>
                    <a:pt x="970648" y="6501193"/>
                  </a:lnTo>
                  <a:lnTo>
                    <a:pt x="930897" y="6469380"/>
                  </a:lnTo>
                  <a:lnTo>
                    <a:pt x="896543" y="6436055"/>
                  </a:lnTo>
                  <a:lnTo>
                    <a:pt x="918959" y="6388697"/>
                  </a:lnTo>
                  <a:lnTo>
                    <a:pt x="927455" y="6338379"/>
                  </a:lnTo>
                  <a:lnTo>
                    <a:pt x="922324" y="6288011"/>
                  </a:lnTo>
                  <a:lnTo>
                    <a:pt x="903846" y="6240475"/>
                  </a:lnTo>
                  <a:lnTo>
                    <a:pt x="872337" y="6198628"/>
                  </a:lnTo>
                  <a:lnTo>
                    <a:pt x="783526" y="6109601"/>
                  </a:lnTo>
                  <a:lnTo>
                    <a:pt x="517055" y="6376721"/>
                  </a:lnTo>
                  <a:lnTo>
                    <a:pt x="605891" y="6465773"/>
                  </a:lnTo>
                  <a:lnTo>
                    <a:pt x="647763" y="6497421"/>
                  </a:lnTo>
                  <a:lnTo>
                    <a:pt x="695337" y="6515913"/>
                  </a:lnTo>
                  <a:lnTo>
                    <a:pt x="745731" y="6520967"/>
                  </a:lnTo>
                  <a:lnTo>
                    <a:pt x="796010" y="6512280"/>
                  </a:lnTo>
                  <a:lnTo>
                    <a:pt x="843305" y="6489573"/>
                  </a:lnTo>
                  <a:lnTo>
                    <a:pt x="878471" y="6523698"/>
                  </a:lnTo>
                  <a:lnTo>
                    <a:pt x="918806" y="6557264"/>
                  </a:lnTo>
                  <a:lnTo>
                    <a:pt x="963422" y="6583959"/>
                  </a:lnTo>
                  <a:lnTo>
                    <a:pt x="1011453" y="6603428"/>
                  </a:lnTo>
                  <a:lnTo>
                    <a:pt x="1062024" y="6615316"/>
                  </a:lnTo>
                  <a:lnTo>
                    <a:pt x="1114298" y="6619291"/>
                  </a:lnTo>
                  <a:lnTo>
                    <a:pt x="1155661" y="6619291"/>
                  </a:lnTo>
                  <a:lnTo>
                    <a:pt x="1155661" y="6543738"/>
                  </a:lnTo>
                  <a:close/>
                </a:path>
              </a:pathLst>
            </a:custGeom>
            <a:solidFill>
              <a:srgbClr val="00AF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4" name="Google Shape;494;p15"/>
          <p:cNvSpPr txBox="1"/>
          <p:nvPr/>
        </p:nvSpPr>
        <p:spPr>
          <a:xfrm>
            <a:off x="1128355" y="3550083"/>
            <a:ext cx="2280400" cy="285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5">
            <a:spAutoFit/>
          </a:bodyPr>
          <a:lstStyle/>
          <a:p>
            <a:pPr indent="0" lvl="0" marL="763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4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MongoDB Compass</a:t>
            </a:r>
            <a:endParaRPr sz="1804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9542481" y="2835119"/>
            <a:ext cx="492585" cy="597975"/>
          </a:xfrm>
          <a:custGeom>
            <a:rect b="b" l="l" r="r" t="t"/>
            <a:pathLst>
              <a:path extrusionOk="0" h="994410" w="819150">
                <a:moveTo>
                  <a:pt x="534835" y="695477"/>
                </a:moveTo>
                <a:lnTo>
                  <a:pt x="479590" y="667753"/>
                </a:lnTo>
                <a:lnTo>
                  <a:pt x="475564" y="654761"/>
                </a:lnTo>
                <a:lnTo>
                  <a:pt x="470954" y="642239"/>
                </a:lnTo>
                <a:lnTo>
                  <a:pt x="466648" y="632472"/>
                </a:lnTo>
                <a:lnTo>
                  <a:pt x="465645" y="630186"/>
                </a:lnTo>
                <a:lnTo>
                  <a:pt x="459498" y="618617"/>
                </a:lnTo>
                <a:lnTo>
                  <a:pt x="479590" y="559396"/>
                </a:lnTo>
                <a:lnTo>
                  <a:pt x="454482" y="534200"/>
                </a:lnTo>
                <a:lnTo>
                  <a:pt x="434390" y="514045"/>
                </a:lnTo>
                <a:lnTo>
                  <a:pt x="375386" y="534200"/>
                </a:lnTo>
                <a:lnTo>
                  <a:pt x="363677" y="528040"/>
                </a:lnTo>
                <a:lnTo>
                  <a:pt x="361581" y="527138"/>
                </a:lnTo>
                <a:lnTo>
                  <a:pt x="361581" y="726973"/>
                </a:lnTo>
                <a:lnTo>
                  <a:pt x="354279" y="763524"/>
                </a:lnTo>
                <a:lnTo>
                  <a:pt x="334276" y="793584"/>
                </a:lnTo>
                <a:lnTo>
                  <a:pt x="304380" y="813968"/>
                </a:lnTo>
                <a:lnTo>
                  <a:pt x="267423" y="821461"/>
                </a:lnTo>
                <a:lnTo>
                  <a:pt x="230466" y="813968"/>
                </a:lnTo>
                <a:lnTo>
                  <a:pt x="200571" y="793584"/>
                </a:lnTo>
                <a:lnTo>
                  <a:pt x="180555" y="763524"/>
                </a:lnTo>
                <a:lnTo>
                  <a:pt x="173266" y="726973"/>
                </a:lnTo>
                <a:lnTo>
                  <a:pt x="180632" y="690410"/>
                </a:lnTo>
                <a:lnTo>
                  <a:pt x="180733" y="689876"/>
                </a:lnTo>
                <a:lnTo>
                  <a:pt x="201041" y="659879"/>
                </a:lnTo>
                <a:lnTo>
                  <a:pt x="230987" y="639800"/>
                </a:lnTo>
                <a:lnTo>
                  <a:pt x="267423" y="632472"/>
                </a:lnTo>
                <a:lnTo>
                  <a:pt x="304380" y="639978"/>
                </a:lnTo>
                <a:lnTo>
                  <a:pt x="334276" y="660349"/>
                </a:lnTo>
                <a:lnTo>
                  <a:pt x="354279" y="690410"/>
                </a:lnTo>
                <a:lnTo>
                  <a:pt x="361581" y="726973"/>
                </a:lnTo>
                <a:lnTo>
                  <a:pt x="361581" y="527138"/>
                </a:lnTo>
                <a:lnTo>
                  <a:pt x="351370" y="522706"/>
                </a:lnTo>
                <a:lnTo>
                  <a:pt x="338836" y="518083"/>
                </a:lnTo>
                <a:lnTo>
                  <a:pt x="326428" y="514045"/>
                </a:lnTo>
                <a:lnTo>
                  <a:pt x="298805" y="458609"/>
                </a:lnTo>
                <a:lnTo>
                  <a:pt x="236029" y="458609"/>
                </a:lnTo>
                <a:lnTo>
                  <a:pt x="208407" y="514045"/>
                </a:lnTo>
                <a:lnTo>
                  <a:pt x="195465" y="518083"/>
                </a:lnTo>
                <a:lnTo>
                  <a:pt x="182994" y="522706"/>
                </a:lnTo>
                <a:lnTo>
                  <a:pt x="170980" y="528040"/>
                </a:lnTo>
                <a:lnTo>
                  <a:pt x="159448" y="534200"/>
                </a:lnTo>
                <a:lnTo>
                  <a:pt x="100444" y="514045"/>
                </a:lnTo>
                <a:lnTo>
                  <a:pt x="56502" y="558139"/>
                </a:lnTo>
                <a:lnTo>
                  <a:pt x="75336" y="617359"/>
                </a:lnTo>
                <a:lnTo>
                  <a:pt x="69189" y="629107"/>
                </a:lnTo>
                <a:lnTo>
                  <a:pt x="63881" y="641451"/>
                </a:lnTo>
                <a:lnTo>
                  <a:pt x="59270" y="654037"/>
                </a:lnTo>
                <a:lnTo>
                  <a:pt x="55245" y="666496"/>
                </a:lnTo>
                <a:lnTo>
                  <a:pt x="0" y="694207"/>
                </a:lnTo>
                <a:lnTo>
                  <a:pt x="0" y="757212"/>
                </a:lnTo>
                <a:lnTo>
                  <a:pt x="55245" y="784923"/>
                </a:lnTo>
                <a:lnTo>
                  <a:pt x="59270" y="797915"/>
                </a:lnTo>
                <a:lnTo>
                  <a:pt x="63881" y="810437"/>
                </a:lnTo>
                <a:lnTo>
                  <a:pt x="69189" y="822490"/>
                </a:lnTo>
                <a:lnTo>
                  <a:pt x="75336" y="834059"/>
                </a:lnTo>
                <a:lnTo>
                  <a:pt x="56502" y="893279"/>
                </a:lnTo>
                <a:lnTo>
                  <a:pt x="100444" y="937374"/>
                </a:lnTo>
                <a:lnTo>
                  <a:pt x="159448" y="918476"/>
                </a:lnTo>
                <a:lnTo>
                  <a:pt x="170980" y="924636"/>
                </a:lnTo>
                <a:lnTo>
                  <a:pt x="182994" y="929970"/>
                </a:lnTo>
                <a:lnTo>
                  <a:pt x="195465" y="934605"/>
                </a:lnTo>
                <a:lnTo>
                  <a:pt x="208407" y="938631"/>
                </a:lnTo>
                <a:lnTo>
                  <a:pt x="236029" y="994067"/>
                </a:lnTo>
                <a:lnTo>
                  <a:pt x="298805" y="994067"/>
                </a:lnTo>
                <a:lnTo>
                  <a:pt x="326428" y="938631"/>
                </a:lnTo>
                <a:lnTo>
                  <a:pt x="339369" y="934605"/>
                </a:lnTo>
                <a:lnTo>
                  <a:pt x="351853" y="929970"/>
                </a:lnTo>
                <a:lnTo>
                  <a:pt x="363855" y="924636"/>
                </a:lnTo>
                <a:lnTo>
                  <a:pt x="375386" y="918476"/>
                </a:lnTo>
                <a:lnTo>
                  <a:pt x="434390" y="938631"/>
                </a:lnTo>
                <a:lnTo>
                  <a:pt x="453923" y="918476"/>
                </a:lnTo>
                <a:lnTo>
                  <a:pt x="478332" y="893279"/>
                </a:lnTo>
                <a:lnTo>
                  <a:pt x="459498" y="835329"/>
                </a:lnTo>
                <a:lnTo>
                  <a:pt x="465645" y="823747"/>
                </a:lnTo>
                <a:lnTo>
                  <a:pt x="466648" y="821461"/>
                </a:lnTo>
                <a:lnTo>
                  <a:pt x="470954" y="811695"/>
                </a:lnTo>
                <a:lnTo>
                  <a:pt x="475564" y="799185"/>
                </a:lnTo>
                <a:lnTo>
                  <a:pt x="479590" y="786180"/>
                </a:lnTo>
                <a:lnTo>
                  <a:pt x="534835" y="758469"/>
                </a:lnTo>
                <a:lnTo>
                  <a:pt x="534835" y="695477"/>
                </a:lnTo>
                <a:close/>
              </a:path>
              <a:path extrusionOk="0" h="994410" w="819150">
                <a:moveTo>
                  <a:pt x="818565" y="236855"/>
                </a:moveTo>
                <a:lnTo>
                  <a:pt x="763320" y="209143"/>
                </a:lnTo>
                <a:lnTo>
                  <a:pt x="759294" y="196151"/>
                </a:lnTo>
                <a:lnTo>
                  <a:pt x="754684" y="183629"/>
                </a:lnTo>
                <a:lnTo>
                  <a:pt x="750379" y="173863"/>
                </a:lnTo>
                <a:lnTo>
                  <a:pt x="749376" y="171577"/>
                </a:lnTo>
                <a:lnTo>
                  <a:pt x="743229" y="160007"/>
                </a:lnTo>
                <a:lnTo>
                  <a:pt x="763320" y="100787"/>
                </a:lnTo>
                <a:lnTo>
                  <a:pt x="738212" y="75590"/>
                </a:lnTo>
                <a:lnTo>
                  <a:pt x="718121" y="55435"/>
                </a:lnTo>
                <a:lnTo>
                  <a:pt x="659117" y="75590"/>
                </a:lnTo>
                <a:lnTo>
                  <a:pt x="647585" y="69430"/>
                </a:lnTo>
                <a:lnTo>
                  <a:pt x="645312" y="68427"/>
                </a:lnTo>
                <a:lnTo>
                  <a:pt x="645312" y="268363"/>
                </a:lnTo>
                <a:lnTo>
                  <a:pt x="637832" y="304914"/>
                </a:lnTo>
                <a:lnTo>
                  <a:pt x="617537" y="334975"/>
                </a:lnTo>
                <a:lnTo>
                  <a:pt x="587578" y="355358"/>
                </a:lnTo>
                <a:lnTo>
                  <a:pt x="551154" y="362851"/>
                </a:lnTo>
                <a:lnTo>
                  <a:pt x="514197" y="355358"/>
                </a:lnTo>
                <a:lnTo>
                  <a:pt x="484301" y="334975"/>
                </a:lnTo>
                <a:lnTo>
                  <a:pt x="464286" y="304914"/>
                </a:lnTo>
                <a:lnTo>
                  <a:pt x="456996" y="268363"/>
                </a:lnTo>
                <a:lnTo>
                  <a:pt x="464464" y="231800"/>
                </a:lnTo>
                <a:lnTo>
                  <a:pt x="484771" y="201739"/>
                </a:lnTo>
                <a:lnTo>
                  <a:pt x="514718" y="181368"/>
                </a:lnTo>
                <a:lnTo>
                  <a:pt x="551154" y="173863"/>
                </a:lnTo>
                <a:lnTo>
                  <a:pt x="588111" y="181368"/>
                </a:lnTo>
                <a:lnTo>
                  <a:pt x="618007" y="201739"/>
                </a:lnTo>
                <a:lnTo>
                  <a:pt x="638009" y="231800"/>
                </a:lnTo>
                <a:lnTo>
                  <a:pt x="645312" y="268363"/>
                </a:lnTo>
                <a:lnTo>
                  <a:pt x="645312" y="68427"/>
                </a:lnTo>
                <a:lnTo>
                  <a:pt x="635584" y="64096"/>
                </a:lnTo>
                <a:lnTo>
                  <a:pt x="623100" y="59461"/>
                </a:lnTo>
                <a:lnTo>
                  <a:pt x="610158" y="55435"/>
                </a:lnTo>
                <a:lnTo>
                  <a:pt x="582536" y="0"/>
                </a:lnTo>
                <a:lnTo>
                  <a:pt x="519760" y="0"/>
                </a:lnTo>
                <a:lnTo>
                  <a:pt x="492150" y="55435"/>
                </a:lnTo>
                <a:lnTo>
                  <a:pt x="479196" y="59461"/>
                </a:lnTo>
                <a:lnTo>
                  <a:pt x="466725" y="64096"/>
                </a:lnTo>
                <a:lnTo>
                  <a:pt x="454710" y="69430"/>
                </a:lnTo>
                <a:lnTo>
                  <a:pt x="443179" y="75590"/>
                </a:lnTo>
                <a:lnTo>
                  <a:pt x="384175" y="55435"/>
                </a:lnTo>
                <a:lnTo>
                  <a:pt x="338975" y="100787"/>
                </a:lnTo>
                <a:lnTo>
                  <a:pt x="359067" y="160007"/>
                </a:lnTo>
                <a:lnTo>
                  <a:pt x="352933" y="171577"/>
                </a:lnTo>
                <a:lnTo>
                  <a:pt x="347611" y="183629"/>
                </a:lnTo>
                <a:lnTo>
                  <a:pt x="343001" y="196151"/>
                </a:lnTo>
                <a:lnTo>
                  <a:pt x="338975" y="209143"/>
                </a:lnTo>
                <a:lnTo>
                  <a:pt x="283743" y="236855"/>
                </a:lnTo>
                <a:lnTo>
                  <a:pt x="283743" y="299859"/>
                </a:lnTo>
                <a:lnTo>
                  <a:pt x="338975" y="327571"/>
                </a:lnTo>
                <a:lnTo>
                  <a:pt x="343001" y="340563"/>
                </a:lnTo>
                <a:lnTo>
                  <a:pt x="347611" y="353085"/>
                </a:lnTo>
                <a:lnTo>
                  <a:pt x="352844" y="364959"/>
                </a:lnTo>
                <a:lnTo>
                  <a:pt x="352933" y="365137"/>
                </a:lnTo>
                <a:lnTo>
                  <a:pt x="359067" y="376707"/>
                </a:lnTo>
                <a:lnTo>
                  <a:pt x="338975" y="435927"/>
                </a:lnTo>
                <a:lnTo>
                  <a:pt x="382917" y="480021"/>
                </a:lnTo>
                <a:lnTo>
                  <a:pt x="441921" y="459867"/>
                </a:lnTo>
                <a:lnTo>
                  <a:pt x="453466" y="466026"/>
                </a:lnTo>
                <a:lnTo>
                  <a:pt x="465467" y="471360"/>
                </a:lnTo>
                <a:lnTo>
                  <a:pt x="477939" y="475996"/>
                </a:lnTo>
                <a:lnTo>
                  <a:pt x="490893" y="480021"/>
                </a:lnTo>
                <a:lnTo>
                  <a:pt x="518502" y="535457"/>
                </a:lnTo>
                <a:lnTo>
                  <a:pt x="581279" y="535457"/>
                </a:lnTo>
                <a:lnTo>
                  <a:pt x="608901" y="480021"/>
                </a:lnTo>
                <a:lnTo>
                  <a:pt x="621842" y="475996"/>
                </a:lnTo>
                <a:lnTo>
                  <a:pt x="634326" y="471360"/>
                </a:lnTo>
                <a:lnTo>
                  <a:pt x="646328" y="466026"/>
                </a:lnTo>
                <a:lnTo>
                  <a:pt x="657860" y="459867"/>
                </a:lnTo>
                <a:lnTo>
                  <a:pt x="716864" y="480021"/>
                </a:lnTo>
                <a:lnTo>
                  <a:pt x="737527" y="459867"/>
                </a:lnTo>
                <a:lnTo>
                  <a:pt x="762063" y="435927"/>
                </a:lnTo>
                <a:lnTo>
                  <a:pt x="741984" y="376707"/>
                </a:lnTo>
                <a:lnTo>
                  <a:pt x="748220" y="365137"/>
                </a:lnTo>
                <a:lnTo>
                  <a:pt x="749300" y="362851"/>
                </a:lnTo>
                <a:lnTo>
                  <a:pt x="754062" y="352615"/>
                </a:lnTo>
                <a:lnTo>
                  <a:pt x="759104" y="340042"/>
                </a:lnTo>
                <a:lnTo>
                  <a:pt x="763320" y="327571"/>
                </a:lnTo>
                <a:lnTo>
                  <a:pt x="818565" y="299859"/>
                </a:lnTo>
                <a:lnTo>
                  <a:pt x="818565" y="236855"/>
                </a:lnTo>
                <a:close/>
              </a:path>
            </a:pathLst>
          </a:custGeom>
          <a:solidFill>
            <a:srgbClr val="00AF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 txBox="1"/>
          <p:nvPr/>
        </p:nvSpPr>
        <p:spPr>
          <a:xfrm>
            <a:off x="9021515" y="3550083"/>
            <a:ext cx="1707627" cy="285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5">
            <a:spAutoFit/>
          </a:bodyPr>
          <a:lstStyle/>
          <a:p>
            <a:pPr indent="0" lvl="0" marL="763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4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MongoDB Shell</a:t>
            </a:r>
            <a:endParaRPr sz="1804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9579025" y="4672949"/>
            <a:ext cx="604466" cy="607139"/>
          </a:xfrm>
          <a:custGeom>
            <a:rect b="b" l="l" r="r" t="t"/>
            <a:pathLst>
              <a:path extrusionOk="0" h="1009650" w="1005205">
                <a:moveTo>
                  <a:pt x="423418" y="389318"/>
                </a:moveTo>
                <a:lnTo>
                  <a:pt x="183489" y="148678"/>
                </a:lnTo>
                <a:lnTo>
                  <a:pt x="184746" y="147408"/>
                </a:lnTo>
                <a:lnTo>
                  <a:pt x="152095" y="86944"/>
                </a:lnTo>
                <a:lnTo>
                  <a:pt x="44056" y="0"/>
                </a:lnTo>
                <a:lnTo>
                  <a:pt x="88" y="44107"/>
                </a:lnTo>
                <a:lnTo>
                  <a:pt x="86766" y="152450"/>
                </a:lnTo>
                <a:lnTo>
                  <a:pt x="147066" y="185216"/>
                </a:lnTo>
                <a:lnTo>
                  <a:pt x="148323" y="183946"/>
                </a:lnTo>
                <a:lnTo>
                  <a:pt x="388251" y="424599"/>
                </a:lnTo>
                <a:lnTo>
                  <a:pt x="423418" y="389318"/>
                </a:lnTo>
                <a:close/>
              </a:path>
              <a:path extrusionOk="0" h="1009650" w="1005205">
                <a:moveTo>
                  <a:pt x="1004684" y="158673"/>
                </a:moveTo>
                <a:lnTo>
                  <a:pt x="993711" y="112141"/>
                </a:lnTo>
                <a:lnTo>
                  <a:pt x="891971" y="214185"/>
                </a:lnTo>
                <a:lnTo>
                  <a:pt x="811568" y="192773"/>
                </a:lnTo>
                <a:lnTo>
                  <a:pt x="791476" y="113398"/>
                </a:lnTo>
                <a:lnTo>
                  <a:pt x="893216" y="11341"/>
                </a:lnTo>
                <a:lnTo>
                  <a:pt x="847013" y="1066"/>
                </a:lnTo>
                <a:lnTo>
                  <a:pt x="800582" y="3784"/>
                </a:lnTo>
                <a:lnTo>
                  <a:pt x="756500" y="18783"/>
                </a:lnTo>
                <a:lnTo>
                  <a:pt x="717359" y="45364"/>
                </a:lnTo>
                <a:lnTo>
                  <a:pt x="687070" y="82080"/>
                </a:lnTo>
                <a:lnTo>
                  <a:pt x="668210" y="124574"/>
                </a:lnTo>
                <a:lnTo>
                  <a:pt x="661365" y="170624"/>
                </a:lnTo>
                <a:lnTo>
                  <a:pt x="667118" y="217970"/>
                </a:lnTo>
                <a:lnTo>
                  <a:pt x="115354" y="771385"/>
                </a:lnTo>
                <a:lnTo>
                  <a:pt x="115354" y="921791"/>
                </a:lnTo>
                <a:lnTo>
                  <a:pt x="113233" y="932764"/>
                </a:lnTo>
                <a:lnTo>
                  <a:pt x="106870" y="942428"/>
                </a:lnTo>
                <a:lnTo>
                  <a:pt x="99847" y="947839"/>
                </a:lnTo>
                <a:lnTo>
                  <a:pt x="92113" y="950772"/>
                </a:lnTo>
                <a:lnTo>
                  <a:pt x="83896" y="951103"/>
                </a:lnTo>
                <a:lnTo>
                  <a:pt x="75463" y="948728"/>
                </a:lnTo>
                <a:lnTo>
                  <a:pt x="67945" y="944054"/>
                </a:lnTo>
                <a:lnTo>
                  <a:pt x="62433" y="937856"/>
                </a:lnTo>
                <a:lnTo>
                  <a:pt x="59029" y="930478"/>
                </a:lnTo>
                <a:lnTo>
                  <a:pt x="57873" y="922261"/>
                </a:lnTo>
                <a:lnTo>
                  <a:pt x="59207" y="913879"/>
                </a:lnTo>
                <a:lnTo>
                  <a:pt x="92113" y="893762"/>
                </a:lnTo>
                <a:lnTo>
                  <a:pt x="115354" y="921791"/>
                </a:lnTo>
                <a:lnTo>
                  <a:pt x="115354" y="771385"/>
                </a:lnTo>
                <a:lnTo>
                  <a:pt x="26466" y="860526"/>
                </a:lnTo>
                <a:lnTo>
                  <a:pt x="12141" y="878509"/>
                </a:lnTo>
                <a:lnTo>
                  <a:pt x="3225" y="899426"/>
                </a:lnTo>
                <a:lnTo>
                  <a:pt x="0" y="921791"/>
                </a:lnTo>
                <a:lnTo>
                  <a:pt x="0" y="922261"/>
                </a:lnTo>
                <a:lnTo>
                  <a:pt x="2501" y="944054"/>
                </a:lnTo>
                <a:lnTo>
                  <a:pt x="2603" y="944943"/>
                </a:lnTo>
                <a:lnTo>
                  <a:pt x="24904" y="984313"/>
                </a:lnTo>
                <a:lnTo>
                  <a:pt x="64160" y="1006678"/>
                </a:lnTo>
                <a:lnTo>
                  <a:pt x="86842" y="1009319"/>
                </a:lnTo>
                <a:lnTo>
                  <a:pt x="109067" y="1006043"/>
                </a:lnTo>
                <a:lnTo>
                  <a:pt x="148323" y="982738"/>
                </a:lnTo>
                <a:lnTo>
                  <a:pt x="179870" y="951103"/>
                </a:lnTo>
                <a:lnTo>
                  <a:pt x="237375" y="893432"/>
                </a:lnTo>
                <a:lnTo>
                  <a:pt x="788962" y="340182"/>
                </a:lnTo>
                <a:lnTo>
                  <a:pt x="836168" y="345948"/>
                </a:lnTo>
                <a:lnTo>
                  <a:pt x="874712" y="340182"/>
                </a:lnTo>
                <a:lnTo>
                  <a:pt x="924445" y="320167"/>
                </a:lnTo>
                <a:lnTo>
                  <a:pt x="961059" y="289788"/>
                </a:lnTo>
                <a:lnTo>
                  <a:pt x="987526" y="250329"/>
                </a:lnTo>
                <a:lnTo>
                  <a:pt x="1002347" y="205689"/>
                </a:lnTo>
                <a:lnTo>
                  <a:pt x="1004684" y="158673"/>
                </a:lnTo>
                <a:close/>
              </a:path>
              <a:path extrusionOk="0" h="1009650" w="1005205">
                <a:moveTo>
                  <a:pt x="1004862" y="922896"/>
                </a:moveTo>
                <a:lnTo>
                  <a:pt x="1002131" y="890765"/>
                </a:lnTo>
                <a:lnTo>
                  <a:pt x="988695" y="860526"/>
                </a:lnTo>
                <a:lnTo>
                  <a:pt x="664603" y="535470"/>
                </a:lnTo>
                <a:lnTo>
                  <a:pt x="533958" y="666508"/>
                </a:lnTo>
                <a:lnTo>
                  <a:pt x="859307" y="992822"/>
                </a:lnTo>
                <a:lnTo>
                  <a:pt x="860564" y="991565"/>
                </a:lnTo>
                <a:lnTo>
                  <a:pt x="889965" y="1005573"/>
                </a:lnTo>
                <a:lnTo>
                  <a:pt x="952068" y="1000061"/>
                </a:lnTo>
                <a:lnTo>
                  <a:pt x="996988" y="954074"/>
                </a:lnTo>
                <a:lnTo>
                  <a:pt x="1004862" y="922896"/>
                </a:lnTo>
                <a:close/>
              </a:path>
            </a:pathLst>
          </a:custGeom>
          <a:solidFill>
            <a:srgbClr val="00AF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 txBox="1"/>
          <p:nvPr/>
        </p:nvSpPr>
        <p:spPr>
          <a:xfrm>
            <a:off x="9040102" y="5415003"/>
            <a:ext cx="1678606" cy="562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5">
            <a:spAutoFit/>
          </a:bodyPr>
          <a:lstStyle/>
          <a:p>
            <a:pPr indent="284078" lvl="0" marL="7637" marR="305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4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MongoDB Database Tool</a:t>
            </a:r>
            <a:endParaRPr sz="1804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99" name="Google Shape;499;p15"/>
          <p:cNvSpPr txBox="1"/>
          <p:nvPr/>
        </p:nvSpPr>
        <p:spPr>
          <a:xfrm>
            <a:off x="1813777" y="1822655"/>
            <a:ext cx="1938645" cy="285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5">
            <a:spAutoFit/>
          </a:bodyPr>
          <a:lstStyle/>
          <a:p>
            <a:pPr indent="0" lvl="0" marL="763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4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MongoDB Charts</a:t>
            </a:r>
            <a:endParaRPr sz="1804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00" name="Google Shape;500;p15"/>
          <p:cNvSpPr txBox="1"/>
          <p:nvPr/>
        </p:nvSpPr>
        <p:spPr>
          <a:xfrm>
            <a:off x="1996080" y="5328053"/>
            <a:ext cx="1368545" cy="562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5">
            <a:spAutoFit/>
          </a:bodyPr>
          <a:lstStyle/>
          <a:p>
            <a:pPr indent="-29401" lvl="0" marL="36655" marR="305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4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MongoDB BI connectors</a:t>
            </a:r>
            <a:endParaRPr sz="1804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9708971" y="4067839"/>
            <a:ext cx="353592" cy="508622"/>
          </a:xfrm>
          <a:custGeom>
            <a:rect b="b" l="l" r="r" t="t"/>
            <a:pathLst>
              <a:path extrusionOk="0" h="845820" w="588009">
                <a:moveTo>
                  <a:pt x="293743" y="0"/>
                </a:moveTo>
                <a:lnTo>
                  <a:pt x="0" y="293743"/>
                </a:lnTo>
                <a:lnTo>
                  <a:pt x="146818" y="293743"/>
                </a:lnTo>
                <a:lnTo>
                  <a:pt x="146818" y="845345"/>
                </a:lnTo>
                <a:lnTo>
                  <a:pt x="440561" y="845345"/>
                </a:lnTo>
                <a:lnTo>
                  <a:pt x="440561" y="293743"/>
                </a:lnTo>
                <a:lnTo>
                  <a:pt x="587486" y="293743"/>
                </a:lnTo>
                <a:lnTo>
                  <a:pt x="293743" y="0"/>
                </a:lnTo>
                <a:close/>
              </a:path>
            </a:pathLst>
          </a:custGeom>
          <a:solidFill>
            <a:srgbClr val="FAE4D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9887602" y="1206483"/>
            <a:ext cx="344046" cy="632723"/>
          </a:xfrm>
          <a:custGeom>
            <a:rect b="b" l="l" r="r" t="t"/>
            <a:pathLst>
              <a:path extrusionOk="0" h="1052195" w="572134">
                <a:moveTo>
                  <a:pt x="547789" y="0"/>
                </a:moveTo>
                <a:lnTo>
                  <a:pt x="23816" y="0"/>
                </a:lnTo>
                <a:lnTo>
                  <a:pt x="0" y="23902"/>
                </a:lnTo>
                <a:lnTo>
                  <a:pt x="0" y="1027807"/>
                </a:lnTo>
                <a:lnTo>
                  <a:pt x="547790" y="1051710"/>
                </a:lnTo>
                <a:lnTo>
                  <a:pt x="557038" y="1049824"/>
                </a:lnTo>
                <a:lnTo>
                  <a:pt x="564611" y="1044689"/>
                </a:lnTo>
                <a:lnTo>
                  <a:pt x="569728" y="1037089"/>
                </a:lnTo>
                <a:lnTo>
                  <a:pt x="571607" y="1027808"/>
                </a:lnTo>
                <a:lnTo>
                  <a:pt x="571607" y="908295"/>
                </a:lnTo>
                <a:lnTo>
                  <a:pt x="71451" y="908295"/>
                </a:lnTo>
                <a:lnTo>
                  <a:pt x="71450" y="143415"/>
                </a:lnTo>
                <a:lnTo>
                  <a:pt x="571606" y="143415"/>
                </a:lnTo>
                <a:lnTo>
                  <a:pt x="571606" y="95610"/>
                </a:lnTo>
                <a:lnTo>
                  <a:pt x="238169" y="95610"/>
                </a:lnTo>
                <a:lnTo>
                  <a:pt x="228921" y="93724"/>
                </a:lnTo>
                <a:lnTo>
                  <a:pt x="221348" y="88588"/>
                </a:lnTo>
                <a:lnTo>
                  <a:pt x="216231" y="80988"/>
                </a:lnTo>
                <a:lnTo>
                  <a:pt x="214352" y="71707"/>
                </a:lnTo>
                <a:lnTo>
                  <a:pt x="216231" y="62426"/>
                </a:lnTo>
                <a:lnTo>
                  <a:pt x="221348" y="54826"/>
                </a:lnTo>
                <a:lnTo>
                  <a:pt x="228921" y="49691"/>
                </a:lnTo>
                <a:lnTo>
                  <a:pt x="238169" y="47805"/>
                </a:lnTo>
                <a:lnTo>
                  <a:pt x="571606" y="47805"/>
                </a:lnTo>
                <a:lnTo>
                  <a:pt x="571606" y="23902"/>
                </a:lnTo>
                <a:lnTo>
                  <a:pt x="569727" y="14621"/>
                </a:lnTo>
                <a:lnTo>
                  <a:pt x="564610" y="7021"/>
                </a:lnTo>
                <a:lnTo>
                  <a:pt x="557037" y="1886"/>
                </a:lnTo>
                <a:lnTo>
                  <a:pt x="547789" y="0"/>
                </a:lnTo>
                <a:close/>
              </a:path>
              <a:path extrusionOk="0" h="1052195" w="572134">
                <a:moveTo>
                  <a:pt x="571606" y="143415"/>
                </a:moveTo>
                <a:lnTo>
                  <a:pt x="500155" y="143415"/>
                </a:lnTo>
                <a:lnTo>
                  <a:pt x="500156" y="908295"/>
                </a:lnTo>
                <a:lnTo>
                  <a:pt x="571607" y="908295"/>
                </a:lnTo>
                <a:lnTo>
                  <a:pt x="571606" y="143415"/>
                </a:lnTo>
                <a:close/>
              </a:path>
              <a:path extrusionOk="0" h="1052195" w="572134">
                <a:moveTo>
                  <a:pt x="571606" y="47805"/>
                </a:moveTo>
                <a:lnTo>
                  <a:pt x="333437" y="47805"/>
                </a:lnTo>
                <a:lnTo>
                  <a:pt x="342684" y="49691"/>
                </a:lnTo>
                <a:lnTo>
                  <a:pt x="350257" y="54826"/>
                </a:lnTo>
                <a:lnTo>
                  <a:pt x="355374" y="62426"/>
                </a:lnTo>
                <a:lnTo>
                  <a:pt x="357254" y="71707"/>
                </a:lnTo>
                <a:lnTo>
                  <a:pt x="355374" y="80988"/>
                </a:lnTo>
                <a:lnTo>
                  <a:pt x="350257" y="88589"/>
                </a:lnTo>
                <a:lnTo>
                  <a:pt x="342684" y="93724"/>
                </a:lnTo>
                <a:lnTo>
                  <a:pt x="333437" y="95610"/>
                </a:lnTo>
                <a:lnTo>
                  <a:pt x="571606" y="95610"/>
                </a:lnTo>
                <a:lnTo>
                  <a:pt x="571606" y="47805"/>
                </a:lnTo>
                <a:close/>
              </a:path>
            </a:pathLst>
          </a:custGeom>
          <a:solidFill>
            <a:srgbClr val="00AF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 txBox="1"/>
          <p:nvPr/>
        </p:nvSpPr>
        <p:spPr>
          <a:xfrm>
            <a:off x="9107448" y="1919536"/>
            <a:ext cx="1900842" cy="285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5">
            <a:spAutoFit/>
          </a:bodyPr>
          <a:lstStyle/>
          <a:p>
            <a:pPr indent="0" lvl="0" marL="763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4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MongoDB Realm</a:t>
            </a:r>
            <a:endParaRPr sz="1804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04" name="Google Shape;504;p15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5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MongoDB Environment and Tools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9"/>
          <p:cNvSpPr txBox="1"/>
          <p:nvPr/>
        </p:nvSpPr>
        <p:spPr>
          <a:xfrm>
            <a:off x="920718" y="1478198"/>
            <a:ext cx="9774559" cy="3505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400">
            <a:spAutoFit/>
          </a:bodyPr>
          <a:lstStyle/>
          <a:p>
            <a:pPr indent="-226041" lvl="0" marL="23367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6"/>
              <a:buFont typeface="Arial"/>
              <a:buChar char="•"/>
            </a:pPr>
            <a:r>
              <a:rPr lang="en-US" sz="2706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MongoDB Compass provide user friendly GUI to</a:t>
            </a:r>
            <a:endParaRPr sz="2706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422" lvl="1" marL="687286" marR="0" rtl="0" algn="l"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2195"/>
              <a:buFont typeface="Arial"/>
              <a:buChar char="•"/>
            </a:pPr>
            <a:r>
              <a:rPr b="0" i="0" lang="en-US" sz="2195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Manage data in MongoDB</a:t>
            </a:r>
            <a:endParaRPr b="0" i="0" sz="2195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422" lvl="1" marL="687286" marR="0" rtl="0" algn="l">
              <a:spcBef>
                <a:spcPts val="246"/>
              </a:spcBef>
              <a:spcAft>
                <a:spcPts val="0"/>
              </a:spcAft>
              <a:buClr>
                <a:schemeClr val="dk1"/>
              </a:buClr>
              <a:buSzPts val="2195"/>
              <a:buFont typeface="Arial"/>
              <a:buChar char="•"/>
            </a:pPr>
            <a:r>
              <a:rPr b="0" i="0" lang="en-US" sz="2195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Do query, basic CRUD, aggregation</a:t>
            </a:r>
            <a:endParaRPr b="0" i="0" sz="2195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803" lvl="1" marL="687286" marR="3055" rtl="0" algn="l">
              <a:lnSpc>
                <a:spcPct val="108473"/>
              </a:lnSpc>
              <a:spcBef>
                <a:spcPts val="541"/>
              </a:spcBef>
              <a:spcAft>
                <a:spcPts val="0"/>
              </a:spcAft>
              <a:buClr>
                <a:schemeClr val="dk1"/>
              </a:buClr>
              <a:buSzPts val="2195"/>
              <a:buFont typeface="Arial"/>
              <a:buChar char="•"/>
            </a:pPr>
            <a:r>
              <a:rPr b="0" i="0" lang="en-US" sz="2195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Provide descriptive analytics on the schema of the collection (not available in community edition)</a:t>
            </a:r>
            <a:endParaRPr b="0" i="0" sz="2195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422" lvl="1" marL="687286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2195"/>
              <a:buFont typeface="Arial"/>
              <a:buChar char="•"/>
            </a:pPr>
            <a:r>
              <a:rPr b="0" i="0" lang="en-US" sz="2195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Backup / restore</a:t>
            </a:r>
            <a:endParaRPr b="0" i="0" sz="2195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041" lvl="0" marL="233294" marR="4370756" rtl="0" algn="l">
              <a:lnSpc>
                <a:spcPct val="107982"/>
              </a:lnSpc>
              <a:spcBef>
                <a:spcPts val="1010"/>
              </a:spcBef>
              <a:spcAft>
                <a:spcPts val="0"/>
              </a:spcAft>
              <a:buClr>
                <a:schemeClr val="dk1"/>
              </a:buClr>
              <a:buSzPts val="2706"/>
              <a:buFont typeface="Arial"/>
              <a:buChar char="•"/>
            </a:pPr>
            <a:r>
              <a:rPr lang="en-US" sz="2706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MongoDB Compass can be 	used to connect and remotely 	manage MongoDB Atlas</a:t>
            </a:r>
            <a:endParaRPr sz="2706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511" name="Google Shape;5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3220" y="3096447"/>
            <a:ext cx="5344219" cy="313939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9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9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Example: </a:t>
            </a: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Using MongoDB Compass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2"/>
          <p:cNvSpPr txBox="1"/>
          <p:nvPr/>
        </p:nvSpPr>
        <p:spPr>
          <a:xfrm>
            <a:off x="914347" y="3879300"/>
            <a:ext cx="59115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75">
            <a:spAutoFit/>
          </a:bodyPr>
          <a:lstStyle/>
          <a:p>
            <a:pPr indent="0" lvl="0" marL="763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256833"/>
                </a:solidFill>
                <a:latin typeface="Arial Black"/>
                <a:ea typeface="Arial Black"/>
                <a:cs typeface="Arial Black"/>
                <a:sym typeface="Arial Black"/>
              </a:rPr>
              <a:t>Resources</a:t>
            </a:r>
            <a:endParaRPr sz="3999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9" name="Google Shape;519;p42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2"/>
          <p:cNvSpPr txBox="1"/>
          <p:nvPr/>
        </p:nvSpPr>
        <p:spPr>
          <a:xfrm>
            <a:off x="914352" y="4609023"/>
            <a:ext cx="6870983" cy="373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00">
            <a:spAutoFit/>
          </a:bodyPr>
          <a:lstStyle/>
          <a:p>
            <a:pPr indent="0" lvl="0" marL="763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5">
                <a:solidFill>
                  <a:srgbClr val="888888"/>
                </a:solidFill>
                <a:latin typeface="Lucida Sans"/>
                <a:ea typeface="Lucida Sans"/>
                <a:cs typeface="Lucida Sans"/>
                <a:sym typeface="Lucida Sans"/>
              </a:rPr>
              <a:t>Where you can get more info and learn more!</a:t>
            </a:r>
            <a:endParaRPr sz="2375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3"/>
          <p:cNvSpPr txBox="1"/>
          <p:nvPr>
            <p:ph idx="1" type="body"/>
          </p:nvPr>
        </p:nvSpPr>
        <p:spPr>
          <a:xfrm>
            <a:off x="555378" y="1097815"/>
            <a:ext cx="10974470" cy="1827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200">
            <a:spAutoFit/>
          </a:bodyPr>
          <a:lstStyle/>
          <a:p>
            <a:pPr indent="-226041" lvl="0" marL="233294" marR="588774" rtl="0" algn="l">
              <a:lnSpc>
                <a:spcPct val="1043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MongoDB University offers many free courses regarding MongoDB ranging from introductory to advanced.</a:t>
            </a:r>
            <a:endParaRPr/>
          </a:p>
          <a:p>
            <a:pPr indent="-226041" lvl="0" marL="233676" rtl="0" algn="l">
              <a:lnSpc>
                <a:spcPct val="100000"/>
              </a:lnSpc>
              <a:spcBef>
                <a:spcPts val="63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u="sng">
                <a:solidFill>
                  <a:srgbClr val="0462C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https://university.mongodb.com/</a:t>
            </a:r>
            <a:endParaRPr/>
          </a:p>
          <a:p>
            <a:pPr indent="-226041" lvl="0" marL="233676" rtl="0" algn="l">
              <a:lnSpc>
                <a:spcPct val="100000"/>
              </a:lnSpc>
              <a:spcBef>
                <a:spcPts val="682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Professional certification also available if needed (not free)</a:t>
            </a:r>
            <a:endParaRPr/>
          </a:p>
        </p:txBody>
      </p:sp>
      <p:pic>
        <p:nvPicPr>
          <p:cNvPr id="526" name="Google Shape;52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0081" y="3156702"/>
            <a:ext cx="6931482" cy="3381271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3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3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Resources &amp; Learning Path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4"/>
          <p:cNvSpPr txBox="1"/>
          <p:nvPr/>
        </p:nvSpPr>
        <p:spPr>
          <a:xfrm>
            <a:off x="920718" y="1079437"/>
            <a:ext cx="10057127" cy="1291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200">
            <a:spAutoFit/>
          </a:bodyPr>
          <a:lstStyle/>
          <a:p>
            <a:pPr indent="-226041" lvl="0" marL="233294" marR="3055" rtl="0" algn="l">
              <a:lnSpc>
                <a:spcPct val="10798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6"/>
              <a:buFont typeface="Arial"/>
              <a:buChar char="•"/>
            </a:pPr>
            <a:r>
              <a:rPr lang="en-US" sz="2706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MongoDB Documentation also provide many resources in 	using and managing MongoDB</a:t>
            </a:r>
            <a:endParaRPr sz="2706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041" lvl="0" marL="233676" marR="0" rtl="0" algn="l">
              <a:spcBef>
                <a:spcPts val="634"/>
              </a:spcBef>
              <a:spcAft>
                <a:spcPts val="0"/>
              </a:spcAft>
              <a:buClr>
                <a:srgbClr val="000000"/>
              </a:buClr>
              <a:buSzPts val="2706"/>
              <a:buFont typeface="Arial"/>
              <a:buChar char="•"/>
            </a:pPr>
            <a:r>
              <a:rPr lang="en-US" sz="2706" u="sng">
                <a:solidFill>
                  <a:srgbClr val="0462C1"/>
                </a:solidFill>
                <a:latin typeface="Lucida Sans"/>
                <a:ea typeface="Lucida Sans"/>
                <a:cs typeface="Lucida Sans"/>
                <a:sym typeface="Lucida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https://www.mongodb.com/docs/</a:t>
            </a:r>
            <a:endParaRPr sz="2706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534" name="Google Shape;53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7147" y="2750595"/>
            <a:ext cx="7958086" cy="3786746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4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4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Resources &amp; Learning Path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5"/>
          <p:cNvSpPr txBox="1"/>
          <p:nvPr/>
        </p:nvSpPr>
        <p:spPr>
          <a:xfrm>
            <a:off x="920718" y="1079437"/>
            <a:ext cx="9317105" cy="1291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200">
            <a:spAutoFit/>
          </a:bodyPr>
          <a:lstStyle/>
          <a:p>
            <a:pPr indent="-226041" lvl="0" marL="233294" marR="3055" rtl="0" algn="l">
              <a:lnSpc>
                <a:spcPct val="10798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6"/>
              <a:buFont typeface="Arial"/>
              <a:buChar char="•"/>
            </a:pPr>
            <a:r>
              <a:rPr lang="en-US" sz="2706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PyMongo documentation offers tutorials, examples to 	assist you in how to use MongoDB in Python.</a:t>
            </a:r>
            <a:endParaRPr sz="2706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6041" lvl="0" marL="233676" marR="0" rtl="0" algn="l">
              <a:spcBef>
                <a:spcPts val="634"/>
              </a:spcBef>
              <a:spcAft>
                <a:spcPts val="0"/>
              </a:spcAft>
              <a:buClr>
                <a:srgbClr val="000000"/>
              </a:buClr>
              <a:buSzPts val="2706"/>
              <a:buFont typeface="Arial"/>
              <a:buChar char="•"/>
            </a:pPr>
            <a:r>
              <a:rPr lang="en-US" sz="2706" u="sng">
                <a:solidFill>
                  <a:srgbClr val="0462C1"/>
                </a:solidFill>
                <a:latin typeface="Lucida Sans"/>
                <a:ea typeface="Lucida Sans"/>
                <a:cs typeface="Lucida Sans"/>
                <a:sym typeface="Lucida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https://pymongo.readthedocs.io/en/stable/</a:t>
            </a:r>
            <a:endParaRPr sz="2706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542" name="Google Shape;54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7504" y="2713429"/>
            <a:ext cx="8205761" cy="383345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5"/>
          <p:cNvSpPr txBox="1"/>
          <p:nvPr>
            <p:ph idx="12" type="sldNum"/>
          </p:nvPr>
        </p:nvSpPr>
        <p:spPr>
          <a:xfrm>
            <a:off x="18352233" y="10754707"/>
            <a:ext cx="34480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65735" marR="0" rtl="0" algn="l">
              <a:lnSpc>
                <a:spcPct val="10128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9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95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5"/>
          <p:cNvSpPr txBox="1"/>
          <p:nvPr/>
        </p:nvSpPr>
        <p:spPr>
          <a:xfrm>
            <a:off x="1125420" y="480570"/>
            <a:ext cx="10515600" cy="81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2798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5"/>
              <a:buFont typeface="Arial Black"/>
              <a:buNone/>
            </a:pPr>
            <a:r>
              <a:rPr lang="en-US" sz="2405">
                <a:solidFill>
                  <a:srgbClr val="3A3838"/>
                </a:solidFill>
                <a:latin typeface="Arial Black"/>
                <a:ea typeface="Arial Black"/>
                <a:cs typeface="Arial Black"/>
                <a:sym typeface="Arial Black"/>
              </a:rPr>
              <a:t>Resources &amp; Learning Path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0" name="Google Shape;55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5188" y="3429000"/>
            <a:ext cx="5327003" cy="40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5089" y="2894401"/>
            <a:ext cx="5327003" cy="40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5563" y="2684422"/>
            <a:ext cx="3612283" cy="1221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2023-12-31T03:09:43Z</dcterms:created>
  <dc:creator>NUR AMALINA BINTI HAMIDI</dc:creator>
</cp:coreProperties>
</file>