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5.xml" ContentType="application/inkml+xml"/>
  <Override PartName="/ppt/ink/ink6.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31"/>
  </p:notesMasterIdLst>
  <p:sldIdLst>
    <p:sldId id="315" r:id="rId2"/>
    <p:sldId id="275" r:id="rId3"/>
    <p:sldId id="258" r:id="rId4"/>
    <p:sldId id="259" r:id="rId5"/>
    <p:sldId id="317" r:id="rId6"/>
    <p:sldId id="318" r:id="rId7"/>
    <p:sldId id="319" r:id="rId8"/>
    <p:sldId id="260" r:id="rId9"/>
    <p:sldId id="261" r:id="rId10"/>
    <p:sldId id="262" r:id="rId11"/>
    <p:sldId id="263" r:id="rId12"/>
    <p:sldId id="264" r:id="rId13"/>
    <p:sldId id="265" r:id="rId14"/>
    <p:sldId id="266" r:id="rId15"/>
    <p:sldId id="267" r:id="rId16"/>
    <p:sldId id="268" r:id="rId17"/>
    <p:sldId id="269" r:id="rId18"/>
    <p:sldId id="316" r:id="rId19"/>
    <p:sldId id="270" r:id="rId20"/>
    <p:sldId id="271" r:id="rId21"/>
    <p:sldId id="272" r:id="rId22"/>
    <p:sldId id="273" r:id="rId23"/>
    <p:sldId id="274" r:id="rId24"/>
    <p:sldId id="320" r:id="rId25"/>
    <p:sldId id="321" r:id="rId26"/>
    <p:sldId id="322" r:id="rId27"/>
    <p:sldId id="323" r:id="rId28"/>
    <p:sldId id="324" r:id="rId29"/>
    <p:sldId id="313"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1D35"/>
    <a:srgbClr val="956251"/>
    <a:srgbClr val="9B2D1F"/>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A54ADB-64BB-4B4A-9A01-F228723D4A0B}" v="12" dt="2024-12-01T15:39:13.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44" autoAdjust="0"/>
    <p:restoredTop sz="30816" autoAdjust="0"/>
  </p:normalViewPr>
  <p:slideViewPr>
    <p:cSldViewPr snapToGrid="0">
      <p:cViewPr varScale="1">
        <p:scale>
          <a:sx n="25" d="100"/>
          <a:sy n="25" d="100"/>
        </p:scale>
        <p:origin x="3880"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ES HUI WEN" userId="3541b9e0-606d-4c51-a83e-60dbee75d3cd" providerId="ADAL" clId="{5FA54ADB-64BB-4B4A-9A01-F228723D4A0B}"/>
    <pc:docChg chg="undo custSel addSld modSld sldOrd">
      <pc:chgData name="NIES HUI WEN" userId="3541b9e0-606d-4c51-a83e-60dbee75d3cd" providerId="ADAL" clId="{5FA54ADB-64BB-4B4A-9A01-F228723D4A0B}" dt="2024-12-02T00:32:27.001" v="329" actId="255"/>
      <pc:docMkLst>
        <pc:docMk/>
      </pc:docMkLst>
      <pc:sldChg chg="modSp mod">
        <pc:chgData name="NIES HUI WEN" userId="3541b9e0-606d-4c51-a83e-60dbee75d3cd" providerId="ADAL" clId="{5FA54ADB-64BB-4B4A-9A01-F228723D4A0B}" dt="2024-12-01T15:05:18.440" v="143" actId="207"/>
        <pc:sldMkLst>
          <pc:docMk/>
          <pc:sldMk cId="0" sldId="260"/>
        </pc:sldMkLst>
        <pc:spChg chg="mod">
          <ac:chgData name="NIES HUI WEN" userId="3541b9e0-606d-4c51-a83e-60dbee75d3cd" providerId="ADAL" clId="{5FA54ADB-64BB-4B4A-9A01-F228723D4A0B}" dt="2024-12-01T15:05:18.440" v="143" actId="207"/>
          <ac:spMkLst>
            <pc:docMk/>
            <pc:sldMk cId="0" sldId="260"/>
            <ac:spMk id="3" creationId="{00000000-0000-0000-0000-000000000000}"/>
          </ac:spMkLst>
        </pc:spChg>
      </pc:sldChg>
      <pc:sldChg chg="modNotesTx">
        <pc:chgData name="NIES HUI WEN" userId="3541b9e0-606d-4c51-a83e-60dbee75d3cd" providerId="ADAL" clId="{5FA54ADB-64BB-4B4A-9A01-F228723D4A0B}" dt="2024-12-02T00:32:27.001" v="329" actId="255"/>
        <pc:sldMkLst>
          <pc:docMk/>
          <pc:sldMk cId="0" sldId="261"/>
        </pc:sldMkLst>
      </pc:sldChg>
      <pc:sldChg chg="modSp mod modNotesTx">
        <pc:chgData name="NIES HUI WEN" userId="3541b9e0-606d-4c51-a83e-60dbee75d3cd" providerId="ADAL" clId="{5FA54ADB-64BB-4B4A-9A01-F228723D4A0B}" dt="2024-12-01T15:11:26.528" v="164" actId="20577"/>
        <pc:sldMkLst>
          <pc:docMk/>
          <pc:sldMk cId="0" sldId="262"/>
        </pc:sldMkLst>
        <pc:spChg chg="mod">
          <ac:chgData name="NIES HUI WEN" userId="3541b9e0-606d-4c51-a83e-60dbee75d3cd" providerId="ADAL" clId="{5FA54ADB-64BB-4B4A-9A01-F228723D4A0B}" dt="2024-12-01T14:53:26.509" v="2" actId="207"/>
          <ac:spMkLst>
            <pc:docMk/>
            <pc:sldMk cId="0" sldId="262"/>
            <ac:spMk id="3" creationId="{00000000-0000-0000-0000-000000000000}"/>
          </ac:spMkLst>
        </pc:spChg>
      </pc:sldChg>
      <pc:sldChg chg="addSp mod">
        <pc:chgData name="NIES HUI WEN" userId="3541b9e0-606d-4c51-a83e-60dbee75d3cd" providerId="ADAL" clId="{5FA54ADB-64BB-4B4A-9A01-F228723D4A0B}" dt="2024-12-01T15:12:56.113" v="166" actId="9405"/>
        <pc:sldMkLst>
          <pc:docMk/>
          <pc:sldMk cId="0" sldId="264"/>
        </pc:sldMkLst>
        <pc:inkChg chg="add">
          <ac:chgData name="NIES HUI WEN" userId="3541b9e0-606d-4c51-a83e-60dbee75d3cd" providerId="ADAL" clId="{5FA54ADB-64BB-4B4A-9A01-F228723D4A0B}" dt="2024-12-01T15:12:53.253" v="165" actId="9405"/>
          <ac:inkMkLst>
            <pc:docMk/>
            <pc:sldMk cId="0" sldId="264"/>
            <ac:inkMk id="3" creationId="{06350CFC-0896-256F-92BA-298270CFF468}"/>
          </ac:inkMkLst>
        </pc:inkChg>
        <pc:inkChg chg="add">
          <ac:chgData name="NIES HUI WEN" userId="3541b9e0-606d-4c51-a83e-60dbee75d3cd" providerId="ADAL" clId="{5FA54ADB-64BB-4B4A-9A01-F228723D4A0B}" dt="2024-12-01T15:12:56.113" v="166" actId="9405"/>
          <ac:inkMkLst>
            <pc:docMk/>
            <pc:sldMk cId="0" sldId="264"/>
            <ac:inkMk id="4" creationId="{E157E56D-887D-4A95-2E91-054F9B2DBD8C}"/>
          </ac:inkMkLst>
        </pc:inkChg>
      </pc:sldChg>
      <pc:sldChg chg="addSp delSp modSp mod">
        <pc:chgData name="NIES HUI WEN" userId="3541b9e0-606d-4c51-a83e-60dbee75d3cd" providerId="ADAL" clId="{5FA54ADB-64BB-4B4A-9A01-F228723D4A0B}" dt="2024-12-01T15:13:48.534" v="179"/>
        <pc:sldMkLst>
          <pc:docMk/>
          <pc:sldMk cId="0" sldId="265"/>
        </pc:sldMkLst>
        <pc:grpChg chg="del mod">
          <ac:chgData name="NIES HUI WEN" userId="3541b9e0-606d-4c51-a83e-60dbee75d3cd" providerId="ADAL" clId="{5FA54ADB-64BB-4B4A-9A01-F228723D4A0B}" dt="2024-12-01T15:13:43.049" v="173"/>
          <ac:grpSpMkLst>
            <pc:docMk/>
            <pc:sldMk cId="0" sldId="265"/>
            <ac:grpSpMk id="11" creationId="{038E0199-65BE-C9A1-16AB-F7347C49ABFB}"/>
          </ac:grpSpMkLst>
        </pc:grpChg>
        <pc:grpChg chg="del mod">
          <ac:chgData name="NIES HUI WEN" userId="3541b9e0-606d-4c51-a83e-60dbee75d3cd" providerId="ADAL" clId="{5FA54ADB-64BB-4B4A-9A01-F228723D4A0B}" dt="2024-12-01T15:13:48.534" v="178"/>
          <ac:grpSpMkLst>
            <pc:docMk/>
            <pc:sldMk cId="0" sldId="265"/>
            <ac:grpSpMk id="12" creationId="{5E813414-132C-CCEB-116F-30A3152106A6}"/>
          </ac:grpSpMkLst>
        </pc:grpChg>
        <pc:inkChg chg="add del mod">
          <ac:chgData name="NIES HUI WEN" userId="3541b9e0-606d-4c51-a83e-60dbee75d3cd" providerId="ADAL" clId="{5FA54ADB-64BB-4B4A-9A01-F228723D4A0B}" dt="2024-12-01T15:13:48.530" v="174"/>
          <ac:inkMkLst>
            <pc:docMk/>
            <pc:sldMk cId="0" sldId="265"/>
            <ac:inkMk id="3" creationId="{9A914405-9945-7CD9-B226-8D10B5383F29}"/>
          </ac:inkMkLst>
        </pc:inkChg>
        <pc:inkChg chg="add del mod">
          <ac:chgData name="NIES HUI WEN" userId="3541b9e0-606d-4c51-a83e-60dbee75d3cd" providerId="ADAL" clId="{5FA54ADB-64BB-4B4A-9A01-F228723D4A0B}" dt="2024-12-01T15:13:48.533" v="177"/>
          <ac:inkMkLst>
            <pc:docMk/>
            <pc:sldMk cId="0" sldId="265"/>
            <ac:inkMk id="4" creationId="{FB576490-54A7-0B69-9007-D8900ECBC0DD}"/>
          </ac:inkMkLst>
        </pc:inkChg>
        <pc:inkChg chg="add del mod">
          <ac:chgData name="NIES HUI WEN" userId="3541b9e0-606d-4c51-a83e-60dbee75d3cd" providerId="ADAL" clId="{5FA54ADB-64BB-4B4A-9A01-F228723D4A0B}" dt="2024-12-01T15:13:48.532" v="176"/>
          <ac:inkMkLst>
            <pc:docMk/>
            <pc:sldMk cId="0" sldId="265"/>
            <ac:inkMk id="6" creationId="{FEA05A23-8BDE-798E-25A4-1712C489EA35}"/>
          </ac:inkMkLst>
        </pc:inkChg>
        <pc:inkChg chg="add del mod">
          <ac:chgData name="NIES HUI WEN" userId="3541b9e0-606d-4c51-a83e-60dbee75d3cd" providerId="ADAL" clId="{5FA54ADB-64BB-4B4A-9A01-F228723D4A0B}" dt="2024-12-01T15:13:48.534" v="179"/>
          <ac:inkMkLst>
            <pc:docMk/>
            <pc:sldMk cId="0" sldId="265"/>
            <ac:inkMk id="8" creationId="{61ECF032-A1B8-A906-131C-DAF373E18023}"/>
          </ac:inkMkLst>
        </pc:inkChg>
        <pc:inkChg chg="add del mod">
          <ac:chgData name="NIES HUI WEN" userId="3541b9e0-606d-4c51-a83e-60dbee75d3cd" providerId="ADAL" clId="{5FA54ADB-64BB-4B4A-9A01-F228723D4A0B}" dt="2024-12-01T15:13:48.534" v="178"/>
          <ac:inkMkLst>
            <pc:docMk/>
            <pc:sldMk cId="0" sldId="265"/>
            <ac:inkMk id="9" creationId="{A4E33469-6AF6-8633-8ED6-ED0CE428EED9}"/>
          </ac:inkMkLst>
        </pc:inkChg>
        <pc:inkChg chg="add del mod">
          <ac:chgData name="NIES HUI WEN" userId="3541b9e0-606d-4c51-a83e-60dbee75d3cd" providerId="ADAL" clId="{5FA54ADB-64BB-4B4A-9A01-F228723D4A0B}" dt="2024-12-01T15:13:48.531" v="175"/>
          <ac:inkMkLst>
            <pc:docMk/>
            <pc:sldMk cId="0" sldId="265"/>
            <ac:inkMk id="10" creationId="{C7E2F89C-5398-8FC4-564B-54DAAAEDA641}"/>
          </ac:inkMkLst>
        </pc:inkChg>
      </pc:sldChg>
      <pc:sldChg chg="modSp mod">
        <pc:chgData name="NIES HUI WEN" userId="3541b9e0-606d-4c51-a83e-60dbee75d3cd" providerId="ADAL" clId="{5FA54ADB-64BB-4B4A-9A01-F228723D4A0B}" dt="2024-12-01T15:15:01.412" v="184" actId="207"/>
        <pc:sldMkLst>
          <pc:docMk/>
          <pc:sldMk cId="0" sldId="267"/>
        </pc:sldMkLst>
        <pc:spChg chg="mod">
          <ac:chgData name="NIES HUI WEN" userId="3541b9e0-606d-4c51-a83e-60dbee75d3cd" providerId="ADAL" clId="{5FA54ADB-64BB-4B4A-9A01-F228723D4A0B}" dt="2024-12-01T15:15:01.412" v="184" actId="207"/>
          <ac:spMkLst>
            <pc:docMk/>
            <pc:sldMk cId="0" sldId="267"/>
            <ac:spMk id="3" creationId="{00000000-0000-0000-0000-000000000000}"/>
          </ac:spMkLst>
        </pc:spChg>
      </pc:sldChg>
      <pc:sldChg chg="modSp mod">
        <pc:chgData name="NIES HUI WEN" userId="3541b9e0-606d-4c51-a83e-60dbee75d3cd" providerId="ADAL" clId="{5FA54ADB-64BB-4B4A-9A01-F228723D4A0B}" dt="2024-12-01T15:15:59.324" v="188" actId="13926"/>
        <pc:sldMkLst>
          <pc:docMk/>
          <pc:sldMk cId="0" sldId="268"/>
        </pc:sldMkLst>
        <pc:spChg chg="mod">
          <ac:chgData name="NIES HUI WEN" userId="3541b9e0-606d-4c51-a83e-60dbee75d3cd" providerId="ADAL" clId="{5FA54ADB-64BB-4B4A-9A01-F228723D4A0B}" dt="2024-12-01T15:15:59.324" v="188" actId="13926"/>
          <ac:spMkLst>
            <pc:docMk/>
            <pc:sldMk cId="0" sldId="268"/>
            <ac:spMk id="3" creationId="{00000000-0000-0000-0000-000000000000}"/>
          </ac:spMkLst>
        </pc:spChg>
      </pc:sldChg>
      <pc:sldChg chg="modSp mod">
        <pc:chgData name="NIES HUI WEN" userId="3541b9e0-606d-4c51-a83e-60dbee75d3cd" providerId="ADAL" clId="{5FA54ADB-64BB-4B4A-9A01-F228723D4A0B}" dt="2024-12-01T15:16:45.338" v="192" actId="13926"/>
        <pc:sldMkLst>
          <pc:docMk/>
          <pc:sldMk cId="0" sldId="269"/>
        </pc:sldMkLst>
        <pc:spChg chg="mod">
          <ac:chgData name="NIES HUI WEN" userId="3541b9e0-606d-4c51-a83e-60dbee75d3cd" providerId="ADAL" clId="{5FA54ADB-64BB-4B4A-9A01-F228723D4A0B}" dt="2024-12-01T15:16:45.338" v="192" actId="13926"/>
          <ac:spMkLst>
            <pc:docMk/>
            <pc:sldMk cId="0" sldId="269"/>
            <ac:spMk id="3" creationId="{00000000-0000-0000-0000-000000000000}"/>
          </ac:spMkLst>
        </pc:spChg>
      </pc:sldChg>
      <pc:sldChg chg="modNotesTx">
        <pc:chgData name="NIES HUI WEN" userId="3541b9e0-606d-4c51-a83e-60dbee75d3cd" providerId="ADAL" clId="{5FA54ADB-64BB-4B4A-9A01-F228723D4A0B}" dt="2024-12-01T15:22:37.412" v="203" actId="20577"/>
        <pc:sldMkLst>
          <pc:docMk/>
          <pc:sldMk cId="0" sldId="270"/>
        </pc:sldMkLst>
      </pc:sldChg>
      <pc:sldChg chg="modSp mod">
        <pc:chgData name="NIES HUI WEN" userId="3541b9e0-606d-4c51-a83e-60dbee75d3cd" providerId="ADAL" clId="{5FA54ADB-64BB-4B4A-9A01-F228723D4A0B}" dt="2024-12-01T15:19:48.125" v="197" actId="1076"/>
        <pc:sldMkLst>
          <pc:docMk/>
          <pc:sldMk cId="0" sldId="271"/>
        </pc:sldMkLst>
        <pc:picChg chg="mod">
          <ac:chgData name="NIES HUI WEN" userId="3541b9e0-606d-4c51-a83e-60dbee75d3cd" providerId="ADAL" clId="{5FA54ADB-64BB-4B4A-9A01-F228723D4A0B}" dt="2024-12-01T15:19:48.125" v="197" actId="1076"/>
          <ac:picMkLst>
            <pc:docMk/>
            <pc:sldMk cId="0" sldId="271"/>
            <ac:picMk id="7" creationId="{00000000-0000-0000-0000-000000000000}"/>
          </ac:picMkLst>
        </pc:picChg>
      </pc:sldChg>
      <pc:sldChg chg="modSp mod modNotesTx">
        <pc:chgData name="NIES HUI WEN" userId="3541b9e0-606d-4c51-a83e-60dbee75d3cd" providerId="ADAL" clId="{5FA54ADB-64BB-4B4A-9A01-F228723D4A0B}" dt="2024-12-01T15:28:51.268" v="234" actId="20577"/>
        <pc:sldMkLst>
          <pc:docMk/>
          <pc:sldMk cId="0" sldId="274"/>
        </pc:sldMkLst>
        <pc:spChg chg="mod">
          <ac:chgData name="NIES HUI WEN" userId="3541b9e0-606d-4c51-a83e-60dbee75d3cd" providerId="ADAL" clId="{5FA54ADB-64BB-4B4A-9A01-F228723D4A0B}" dt="2024-12-01T15:28:04.945" v="230" actId="255"/>
          <ac:spMkLst>
            <pc:docMk/>
            <pc:sldMk cId="0" sldId="274"/>
            <ac:spMk id="3" creationId="{00000000-0000-0000-0000-000000000000}"/>
          </ac:spMkLst>
        </pc:spChg>
      </pc:sldChg>
      <pc:sldChg chg="modNotesTx">
        <pc:chgData name="NIES HUI WEN" userId="3541b9e0-606d-4c51-a83e-60dbee75d3cd" providerId="ADAL" clId="{5FA54ADB-64BB-4B4A-9A01-F228723D4A0B}" dt="2024-12-01T15:33:42.497" v="242" actId="20577"/>
        <pc:sldMkLst>
          <pc:docMk/>
          <pc:sldMk cId="1502775014" sldId="313"/>
        </pc:sldMkLst>
      </pc:sldChg>
      <pc:sldChg chg="modSp mod">
        <pc:chgData name="NIES HUI WEN" userId="3541b9e0-606d-4c51-a83e-60dbee75d3cd" providerId="ADAL" clId="{5FA54ADB-64BB-4B4A-9A01-F228723D4A0B}" dt="2024-12-01T15:18:50.091" v="196" actId="13926"/>
        <pc:sldMkLst>
          <pc:docMk/>
          <pc:sldMk cId="3658087636" sldId="316"/>
        </pc:sldMkLst>
        <pc:spChg chg="mod">
          <ac:chgData name="NIES HUI WEN" userId="3541b9e0-606d-4c51-a83e-60dbee75d3cd" providerId="ADAL" clId="{5FA54ADB-64BB-4B4A-9A01-F228723D4A0B}" dt="2024-12-01T15:18:50.091" v="196" actId="13926"/>
          <ac:spMkLst>
            <pc:docMk/>
            <pc:sldMk cId="3658087636" sldId="316"/>
            <ac:spMk id="3" creationId="{00000000-0000-0000-0000-000000000000}"/>
          </ac:spMkLst>
        </pc:spChg>
      </pc:sldChg>
      <pc:sldChg chg="addSp delSp modSp new mod ord">
        <pc:chgData name="NIES HUI WEN" userId="3541b9e0-606d-4c51-a83e-60dbee75d3cd" providerId="ADAL" clId="{5FA54ADB-64BB-4B4A-9A01-F228723D4A0B}" dt="2024-12-01T15:04:25.187" v="139"/>
        <pc:sldMkLst>
          <pc:docMk/>
          <pc:sldMk cId="3341695006" sldId="317"/>
        </pc:sldMkLst>
        <pc:spChg chg="mod">
          <ac:chgData name="NIES HUI WEN" userId="3541b9e0-606d-4c51-a83e-60dbee75d3cd" providerId="ADAL" clId="{5FA54ADB-64BB-4B4A-9A01-F228723D4A0B}" dt="2024-12-01T14:56:19.356" v="38" actId="207"/>
          <ac:spMkLst>
            <pc:docMk/>
            <pc:sldMk cId="3341695006" sldId="317"/>
            <ac:spMk id="2" creationId="{43FB714E-42AB-CB2C-D5BA-F12A4F15E08F}"/>
          </ac:spMkLst>
        </pc:spChg>
        <pc:spChg chg="mod">
          <ac:chgData name="NIES HUI WEN" userId="3541b9e0-606d-4c51-a83e-60dbee75d3cd" providerId="ADAL" clId="{5FA54ADB-64BB-4B4A-9A01-F228723D4A0B}" dt="2024-12-01T14:58:38.812" v="64" actId="20577"/>
          <ac:spMkLst>
            <pc:docMk/>
            <pc:sldMk cId="3341695006" sldId="317"/>
            <ac:spMk id="3" creationId="{0C1D77AA-D13B-D881-80C7-DB2379CF3CE8}"/>
          </ac:spMkLst>
        </pc:spChg>
        <pc:grpChg chg="del mod">
          <ac:chgData name="NIES HUI WEN" userId="3541b9e0-606d-4c51-a83e-60dbee75d3cd" providerId="ADAL" clId="{5FA54ADB-64BB-4B4A-9A01-F228723D4A0B}" dt="2024-12-01T15:04:25.187" v="139"/>
          <ac:grpSpMkLst>
            <pc:docMk/>
            <pc:sldMk cId="3341695006" sldId="317"/>
            <ac:grpSpMk id="7" creationId="{CFA48376-8965-8F8D-5942-C175CA3ACA89}"/>
          </ac:grpSpMkLst>
        </pc:grpChg>
        <pc:grpChg chg="mod">
          <ac:chgData name="NIES HUI WEN" userId="3541b9e0-606d-4c51-a83e-60dbee75d3cd" providerId="ADAL" clId="{5FA54ADB-64BB-4B4A-9A01-F228723D4A0B}" dt="2024-12-01T15:04:25.187" v="139"/>
          <ac:grpSpMkLst>
            <pc:docMk/>
            <pc:sldMk cId="3341695006" sldId="317"/>
            <ac:grpSpMk id="8" creationId="{1D1F8295-8C7A-15A1-D465-D47E5649B1C9}"/>
          </ac:grpSpMkLst>
        </pc:grpChg>
        <pc:inkChg chg="add mod">
          <ac:chgData name="NIES HUI WEN" userId="3541b9e0-606d-4c51-a83e-60dbee75d3cd" providerId="ADAL" clId="{5FA54ADB-64BB-4B4A-9A01-F228723D4A0B}" dt="2024-12-01T15:04:25.187" v="139"/>
          <ac:inkMkLst>
            <pc:docMk/>
            <pc:sldMk cId="3341695006" sldId="317"/>
            <ac:inkMk id="5" creationId="{46406BE8-777A-56E1-C86D-46820EA25F08}"/>
          </ac:inkMkLst>
        </pc:inkChg>
        <pc:inkChg chg="add mod">
          <ac:chgData name="NIES HUI WEN" userId="3541b9e0-606d-4c51-a83e-60dbee75d3cd" providerId="ADAL" clId="{5FA54ADB-64BB-4B4A-9A01-F228723D4A0B}" dt="2024-12-01T15:04:25.187" v="139"/>
          <ac:inkMkLst>
            <pc:docMk/>
            <pc:sldMk cId="3341695006" sldId="317"/>
            <ac:inkMk id="6" creationId="{AE4F451A-267A-5475-33BC-6C06F0D3F340}"/>
          </ac:inkMkLst>
        </pc:inkChg>
      </pc:sldChg>
      <pc:sldChg chg="addSp delSp modSp add mod">
        <pc:chgData name="NIES HUI WEN" userId="3541b9e0-606d-4c51-a83e-60dbee75d3cd" providerId="ADAL" clId="{5FA54ADB-64BB-4B4A-9A01-F228723D4A0B}" dt="2024-12-01T15:04:30.369" v="142"/>
        <pc:sldMkLst>
          <pc:docMk/>
          <pc:sldMk cId="2568140132" sldId="318"/>
        </pc:sldMkLst>
        <pc:spChg chg="mod">
          <ac:chgData name="NIES HUI WEN" userId="3541b9e0-606d-4c51-a83e-60dbee75d3cd" providerId="ADAL" clId="{5FA54ADB-64BB-4B4A-9A01-F228723D4A0B}" dt="2024-12-01T14:58:54.163" v="66" actId="20577"/>
          <ac:spMkLst>
            <pc:docMk/>
            <pc:sldMk cId="2568140132" sldId="318"/>
            <ac:spMk id="2" creationId="{F7989046-F431-2EA4-C01A-034409E88700}"/>
          </ac:spMkLst>
        </pc:spChg>
        <pc:spChg chg="mod">
          <ac:chgData name="NIES HUI WEN" userId="3541b9e0-606d-4c51-a83e-60dbee75d3cd" providerId="ADAL" clId="{5FA54ADB-64BB-4B4A-9A01-F228723D4A0B}" dt="2024-12-01T15:03:54.552" v="136" actId="20577"/>
          <ac:spMkLst>
            <pc:docMk/>
            <pc:sldMk cId="2568140132" sldId="318"/>
            <ac:spMk id="3" creationId="{95C981AE-C985-5148-DF91-5410B9EDE82D}"/>
          </ac:spMkLst>
        </pc:spChg>
        <pc:spChg chg="add del mod">
          <ac:chgData name="NIES HUI WEN" userId="3541b9e0-606d-4c51-a83e-60dbee75d3cd" providerId="ADAL" clId="{5FA54ADB-64BB-4B4A-9A01-F228723D4A0B}" dt="2024-12-01T14:57:49.698" v="51"/>
          <ac:spMkLst>
            <pc:docMk/>
            <pc:sldMk cId="2568140132" sldId="318"/>
            <ac:spMk id="5" creationId="{76E36784-4180-320A-C49A-1055E9AB9CD8}"/>
          </ac:spMkLst>
        </pc:spChg>
        <pc:grpChg chg="del mod">
          <ac:chgData name="NIES HUI WEN" userId="3541b9e0-606d-4c51-a83e-60dbee75d3cd" providerId="ADAL" clId="{5FA54ADB-64BB-4B4A-9A01-F228723D4A0B}" dt="2024-12-01T15:04:30.369" v="142"/>
          <ac:grpSpMkLst>
            <pc:docMk/>
            <pc:sldMk cId="2568140132" sldId="318"/>
            <ac:grpSpMk id="8" creationId="{4ABB2B51-2619-7A4C-8990-4EAAAFFBD7C9}"/>
          </ac:grpSpMkLst>
        </pc:grpChg>
        <pc:grpChg chg="mod">
          <ac:chgData name="NIES HUI WEN" userId="3541b9e0-606d-4c51-a83e-60dbee75d3cd" providerId="ADAL" clId="{5FA54ADB-64BB-4B4A-9A01-F228723D4A0B}" dt="2024-12-01T15:04:30.369" v="142"/>
          <ac:grpSpMkLst>
            <pc:docMk/>
            <pc:sldMk cId="2568140132" sldId="318"/>
            <ac:grpSpMk id="9" creationId="{8F61DF1B-83CC-C745-6B39-51928F064C64}"/>
          </ac:grpSpMkLst>
        </pc:grpChg>
        <pc:inkChg chg="add mod">
          <ac:chgData name="NIES HUI WEN" userId="3541b9e0-606d-4c51-a83e-60dbee75d3cd" providerId="ADAL" clId="{5FA54ADB-64BB-4B4A-9A01-F228723D4A0B}" dt="2024-12-01T15:04:30.369" v="142"/>
          <ac:inkMkLst>
            <pc:docMk/>
            <pc:sldMk cId="2568140132" sldId="318"/>
            <ac:inkMk id="6" creationId="{09C03359-C2D0-1FE5-9EF7-C9E15B33165D}"/>
          </ac:inkMkLst>
        </pc:inkChg>
        <pc:inkChg chg="add mod">
          <ac:chgData name="NIES HUI WEN" userId="3541b9e0-606d-4c51-a83e-60dbee75d3cd" providerId="ADAL" clId="{5FA54ADB-64BB-4B4A-9A01-F228723D4A0B}" dt="2024-12-01T15:04:30.369" v="142"/>
          <ac:inkMkLst>
            <pc:docMk/>
            <pc:sldMk cId="2568140132" sldId="318"/>
            <ac:inkMk id="7" creationId="{F675AF20-18D9-551F-8DF7-AED8C4627116}"/>
          </ac:inkMkLst>
        </pc:inkChg>
      </pc:sldChg>
      <pc:sldChg chg="modSp add mod">
        <pc:chgData name="NIES HUI WEN" userId="3541b9e0-606d-4c51-a83e-60dbee75d3cd" providerId="ADAL" clId="{5FA54ADB-64BB-4B4A-9A01-F228723D4A0B}" dt="2024-12-01T15:00:25.823" v="110" actId="20577"/>
        <pc:sldMkLst>
          <pc:docMk/>
          <pc:sldMk cId="3530305175" sldId="319"/>
        </pc:sldMkLst>
        <pc:spChg chg="mod">
          <ac:chgData name="NIES HUI WEN" userId="3541b9e0-606d-4c51-a83e-60dbee75d3cd" providerId="ADAL" clId="{5FA54ADB-64BB-4B4A-9A01-F228723D4A0B}" dt="2024-12-01T14:59:45.445" v="104" actId="20577"/>
          <ac:spMkLst>
            <pc:docMk/>
            <pc:sldMk cId="3530305175" sldId="319"/>
            <ac:spMk id="2" creationId="{B4508D49-63F1-B9DB-C328-89C07C57996E}"/>
          </ac:spMkLst>
        </pc:spChg>
        <pc:spChg chg="mod">
          <ac:chgData name="NIES HUI WEN" userId="3541b9e0-606d-4c51-a83e-60dbee75d3cd" providerId="ADAL" clId="{5FA54ADB-64BB-4B4A-9A01-F228723D4A0B}" dt="2024-12-01T15:00:25.823" v="110" actId="20577"/>
          <ac:spMkLst>
            <pc:docMk/>
            <pc:sldMk cId="3530305175" sldId="319"/>
            <ac:spMk id="3" creationId="{A1F0946E-0352-AD2E-F3C4-E2280EF6519E}"/>
          </ac:spMkLst>
        </pc:spChg>
      </pc:sldChg>
      <pc:sldChg chg="modSp new mod">
        <pc:chgData name="NIES HUI WEN" userId="3541b9e0-606d-4c51-a83e-60dbee75d3cd" providerId="ADAL" clId="{5FA54ADB-64BB-4B4A-9A01-F228723D4A0B}" dt="2024-12-01T15:34:47.493" v="247"/>
        <pc:sldMkLst>
          <pc:docMk/>
          <pc:sldMk cId="1318587394" sldId="320"/>
        </pc:sldMkLst>
        <pc:spChg chg="mod">
          <ac:chgData name="NIES HUI WEN" userId="3541b9e0-606d-4c51-a83e-60dbee75d3cd" providerId="ADAL" clId="{5FA54ADB-64BB-4B4A-9A01-F228723D4A0B}" dt="2024-12-01T15:34:35.571" v="246" actId="20577"/>
          <ac:spMkLst>
            <pc:docMk/>
            <pc:sldMk cId="1318587394" sldId="320"/>
            <ac:spMk id="2" creationId="{9AD9D57A-46BB-3C65-AE7C-7F0A599DA5F1}"/>
          </ac:spMkLst>
        </pc:spChg>
        <pc:spChg chg="mod">
          <ac:chgData name="NIES HUI WEN" userId="3541b9e0-606d-4c51-a83e-60dbee75d3cd" providerId="ADAL" clId="{5FA54ADB-64BB-4B4A-9A01-F228723D4A0B}" dt="2024-12-01T15:34:47.493" v="247"/>
          <ac:spMkLst>
            <pc:docMk/>
            <pc:sldMk cId="1318587394" sldId="320"/>
            <ac:spMk id="3" creationId="{C2E18C30-FCFD-D9C0-CD0D-2B1B792727F2}"/>
          </ac:spMkLst>
        </pc:spChg>
      </pc:sldChg>
      <pc:sldChg chg="modSp new mod">
        <pc:chgData name="NIES HUI WEN" userId="3541b9e0-606d-4c51-a83e-60dbee75d3cd" providerId="ADAL" clId="{5FA54ADB-64BB-4B4A-9A01-F228723D4A0B}" dt="2024-12-01T15:35:21.883" v="254" actId="27636"/>
        <pc:sldMkLst>
          <pc:docMk/>
          <pc:sldMk cId="190627468" sldId="321"/>
        </pc:sldMkLst>
        <pc:spChg chg="mod">
          <ac:chgData name="NIES HUI WEN" userId="3541b9e0-606d-4c51-a83e-60dbee75d3cd" providerId="ADAL" clId="{5FA54ADB-64BB-4B4A-9A01-F228723D4A0B}" dt="2024-12-01T15:35:06.288" v="252" actId="20577"/>
          <ac:spMkLst>
            <pc:docMk/>
            <pc:sldMk cId="190627468" sldId="321"/>
            <ac:spMk id="2" creationId="{50B4E862-A125-3777-4789-91A155740F48}"/>
          </ac:spMkLst>
        </pc:spChg>
        <pc:spChg chg="mod">
          <ac:chgData name="NIES HUI WEN" userId="3541b9e0-606d-4c51-a83e-60dbee75d3cd" providerId="ADAL" clId="{5FA54ADB-64BB-4B4A-9A01-F228723D4A0B}" dt="2024-12-01T15:35:21.883" v="254" actId="27636"/>
          <ac:spMkLst>
            <pc:docMk/>
            <pc:sldMk cId="190627468" sldId="321"/>
            <ac:spMk id="3" creationId="{47084134-2200-4603-FA2B-C0B571B214E8}"/>
          </ac:spMkLst>
        </pc:spChg>
      </pc:sldChg>
      <pc:sldChg chg="modSp new mod">
        <pc:chgData name="NIES HUI WEN" userId="3541b9e0-606d-4c51-a83e-60dbee75d3cd" providerId="ADAL" clId="{5FA54ADB-64BB-4B4A-9A01-F228723D4A0B}" dt="2024-12-01T15:35:59.733" v="273" actId="27636"/>
        <pc:sldMkLst>
          <pc:docMk/>
          <pc:sldMk cId="404556638" sldId="322"/>
        </pc:sldMkLst>
        <pc:spChg chg="mod">
          <ac:chgData name="NIES HUI WEN" userId="3541b9e0-606d-4c51-a83e-60dbee75d3cd" providerId="ADAL" clId="{5FA54ADB-64BB-4B4A-9A01-F228723D4A0B}" dt="2024-12-01T15:35:42.264" v="271" actId="20577"/>
          <ac:spMkLst>
            <pc:docMk/>
            <pc:sldMk cId="404556638" sldId="322"/>
            <ac:spMk id="2" creationId="{0741CC67-A04C-BF5F-9C8A-0E729F4F7592}"/>
          </ac:spMkLst>
        </pc:spChg>
        <pc:spChg chg="mod">
          <ac:chgData name="NIES HUI WEN" userId="3541b9e0-606d-4c51-a83e-60dbee75d3cd" providerId="ADAL" clId="{5FA54ADB-64BB-4B4A-9A01-F228723D4A0B}" dt="2024-12-01T15:35:59.733" v="273" actId="27636"/>
          <ac:spMkLst>
            <pc:docMk/>
            <pc:sldMk cId="404556638" sldId="322"/>
            <ac:spMk id="3" creationId="{44D8EE4E-FD4C-CD82-9C52-9D3850056B55}"/>
          </ac:spMkLst>
        </pc:spChg>
      </pc:sldChg>
      <pc:sldChg chg="addSp delSp modSp new mod modNotesTx">
        <pc:chgData name="NIES HUI WEN" userId="3541b9e0-606d-4c51-a83e-60dbee75d3cd" providerId="ADAL" clId="{5FA54ADB-64BB-4B4A-9A01-F228723D4A0B}" dt="2024-12-01T15:45:00.736" v="324"/>
        <pc:sldMkLst>
          <pc:docMk/>
          <pc:sldMk cId="1685407938" sldId="323"/>
        </pc:sldMkLst>
        <pc:spChg chg="mod">
          <ac:chgData name="NIES HUI WEN" userId="3541b9e0-606d-4c51-a83e-60dbee75d3cd" providerId="ADAL" clId="{5FA54ADB-64BB-4B4A-9A01-F228723D4A0B}" dt="2024-12-01T15:38:16.775" v="291" actId="27636"/>
          <ac:spMkLst>
            <pc:docMk/>
            <pc:sldMk cId="1685407938" sldId="323"/>
            <ac:spMk id="2" creationId="{C5EA71F7-EF21-5761-010D-42E5A9697969}"/>
          </ac:spMkLst>
        </pc:spChg>
        <pc:spChg chg="mod">
          <ac:chgData name="NIES HUI WEN" userId="3541b9e0-606d-4c51-a83e-60dbee75d3cd" providerId="ADAL" clId="{5FA54ADB-64BB-4B4A-9A01-F228723D4A0B}" dt="2024-12-01T15:38:26.314" v="298" actId="27636"/>
          <ac:spMkLst>
            <pc:docMk/>
            <pc:sldMk cId="1685407938" sldId="323"/>
            <ac:spMk id="3" creationId="{5FB6FD2D-A428-56F1-0590-0FDE80D8F474}"/>
          </ac:spMkLst>
        </pc:spChg>
        <pc:spChg chg="add del mod">
          <ac:chgData name="NIES HUI WEN" userId="3541b9e0-606d-4c51-a83e-60dbee75d3cd" providerId="ADAL" clId="{5FA54ADB-64BB-4B4A-9A01-F228723D4A0B}" dt="2024-12-01T15:36:58.124" v="276" actId="478"/>
          <ac:spMkLst>
            <pc:docMk/>
            <pc:sldMk cId="1685407938" sldId="323"/>
            <ac:spMk id="5" creationId="{D8757BE1-82FC-0DDE-7697-236AD3EF63E4}"/>
          </ac:spMkLst>
        </pc:spChg>
      </pc:sldChg>
      <pc:sldChg chg="addSp delSp modSp new mod setBg modNotesTx">
        <pc:chgData name="NIES HUI WEN" userId="3541b9e0-606d-4c51-a83e-60dbee75d3cd" providerId="ADAL" clId="{5FA54ADB-64BB-4B4A-9A01-F228723D4A0B}" dt="2024-12-01T15:42:24.697" v="312" actId="20577"/>
        <pc:sldMkLst>
          <pc:docMk/>
          <pc:sldMk cId="3425096728" sldId="324"/>
        </pc:sldMkLst>
        <pc:spChg chg="del">
          <ac:chgData name="NIES HUI WEN" userId="3541b9e0-606d-4c51-a83e-60dbee75d3cd" providerId="ADAL" clId="{5FA54ADB-64BB-4B4A-9A01-F228723D4A0B}" dt="2024-12-01T15:39:05.325" v="300" actId="478"/>
          <ac:spMkLst>
            <pc:docMk/>
            <pc:sldMk cId="3425096728" sldId="324"/>
            <ac:spMk id="2" creationId="{783F30C6-8D35-1D0C-A093-5CEC6D59AB4B}"/>
          </ac:spMkLst>
        </pc:spChg>
        <pc:spChg chg="del">
          <ac:chgData name="NIES HUI WEN" userId="3541b9e0-606d-4c51-a83e-60dbee75d3cd" providerId="ADAL" clId="{5FA54ADB-64BB-4B4A-9A01-F228723D4A0B}" dt="2024-12-01T15:39:05.325" v="300" actId="478"/>
          <ac:spMkLst>
            <pc:docMk/>
            <pc:sldMk cId="3425096728" sldId="324"/>
            <ac:spMk id="3" creationId="{2AA4A529-2D82-E716-9D0C-AA43524ADF09}"/>
          </ac:spMkLst>
        </pc:spChg>
        <pc:spChg chg="mod">
          <ac:chgData name="NIES HUI WEN" userId="3541b9e0-606d-4c51-a83e-60dbee75d3cd" providerId="ADAL" clId="{5FA54ADB-64BB-4B4A-9A01-F228723D4A0B}" dt="2024-12-01T15:39:19.055" v="305" actId="26606"/>
          <ac:spMkLst>
            <pc:docMk/>
            <pc:sldMk cId="3425096728" sldId="324"/>
            <ac:spMk id="4" creationId="{92D1F185-2745-14E3-C599-E74CC289DC56}"/>
          </ac:spMkLst>
        </pc:spChg>
        <pc:spChg chg="add del">
          <ac:chgData name="NIES HUI WEN" userId="3541b9e0-606d-4c51-a83e-60dbee75d3cd" providerId="ADAL" clId="{5FA54ADB-64BB-4B4A-9A01-F228723D4A0B}" dt="2024-12-01T15:39:19.040" v="304" actId="26606"/>
          <ac:spMkLst>
            <pc:docMk/>
            <pc:sldMk cId="3425096728" sldId="324"/>
            <ac:spMk id="10" creationId="{F3060C83-F051-4F0E-ABAD-AA0DFC48B218}"/>
          </ac:spMkLst>
        </pc:spChg>
        <pc:spChg chg="add del">
          <ac:chgData name="NIES HUI WEN" userId="3541b9e0-606d-4c51-a83e-60dbee75d3cd" providerId="ADAL" clId="{5FA54ADB-64BB-4B4A-9A01-F228723D4A0B}" dt="2024-12-01T15:39:19.040" v="304" actId="26606"/>
          <ac:spMkLst>
            <pc:docMk/>
            <pc:sldMk cId="3425096728" sldId="324"/>
            <ac:spMk id="12" creationId="{83C98ABE-055B-441F-B07E-44F97F083C39}"/>
          </ac:spMkLst>
        </pc:spChg>
        <pc:spChg chg="add del">
          <ac:chgData name="NIES HUI WEN" userId="3541b9e0-606d-4c51-a83e-60dbee75d3cd" providerId="ADAL" clId="{5FA54ADB-64BB-4B4A-9A01-F228723D4A0B}" dt="2024-12-01T15:39:19.040" v="304" actId="26606"/>
          <ac:spMkLst>
            <pc:docMk/>
            <pc:sldMk cId="3425096728" sldId="324"/>
            <ac:spMk id="14" creationId="{29FDB030-9B49-4CED-8CCD-4D99382388AC}"/>
          </ac:spMkLst>
        </pc:spChg>
        <pc:spChg chg="add del">
          <ac:chgData name="NIES HUI WEN" userId="3541b9e0-606d-4c51-a83e-60dbee75d3cd" providerId="ADAL" clId="{5FA54ADB-64BB-4B4A-9A01-F228723D4A0B}" dt="2024-12-01T15:39:19.040" v="304" actId="26606"/>
          <ac:spMkLst>
            <pc:docMk/>
            <pc:sldMk cId="3425096728" sldId="324"/>
            <ac:spMk id="16" creationId="{3783CA14-24A1-485C-8B30-D6A5D87987AD}"/>
          </ac:spMkLst>
        </pc:spChg>
        <pc:spChg chg="add del">
          <ac:chgData name="NIES HUI WEN" userId="3541b9e0-606d-4c51-a83e-60dbee75d3cd" providerId="ADAL" clId="{5FA54ADB-64BB-4B4A-9A01-F228723D4A0B}" dt="2024-12-01T15:39:19.040" v="304" actId="26606"/>
          <ac:spMkLst>
            <pc:docMk/>
            <pc:sldMk cId="3425096728" sldId="324"/>
            <ac:spMk id="18" creationId="{9A97C86A-04D6-40F7-AE84-31AB43E6A846}"/>
          </ac:spMkLst>
        </pc:spChg>
        <pc:spChg chg="add del">
          <ac:chgData name="NIES HUI WEN" userId="3541b9e0-606d-4c51-a83e-60dbee75d3cd" providerId="ADAL" clId="{5FA54ADB-64BB-4B4A-9A01-F228723D4A0B}" dt="2024-12-01T15:39:19.040" v="304" actId="26606"/>
          <ac:spMkLst>
            <pc:docMk/>
            <pc:sldMk cId="3425096728" sldId="324"/>
            <ac:spMk id="20" creationId="{FF9F2414-84E8-453E-B1F3-389FDE8192D9}"/>
          </ac:spMkLst>
        </pc:spChg>
        <pc:spChg chg="add del">
          <ac:chgData name="NIES HUI WEN" userId="3541b9e0-606d-4c51-a83e-60dbee75d3cd" providerId="ADAL" clId="{5FA54ADB-64BB-4B4A-9A01-F228723D4A0B}" dt="2024-12-01T15:39:19.040" v="304" actId="26606"/>
          <ac:spMkLst>
            <pc:docMk/>
            <pc:sldMk cId="3425096728" sldId="324"/>
            <ac:spMk id="22" creationId="{3ECA69A1-7536-43AC-85EF-C7106179F5ED}"/>
          </ac:spMkLst>
        </pc:spChg>
        <pc:graphicFrameChg chg="add mod modGraphic">
          <ac:chgData name="NIES HUI WEN" userId="3541b9e0-606d-4c51-a83e-60dbee75d3cd" providerId="ADAL" clId="{5FA54ADB-64BB-4B4A-9A01-F228723D4A0B}" dt="2024-12-01T15:39:19.055" v="305" actId="26606"/>
          <ac:graphicFrameMkLst>
            <pc:docMk/>
            <pc:sldMk cId="3425096728" sldId="324"/>
            <ac:graphicFrameMk id="5" creationId="{84510648-971F-7091-858B-CC98C563479C}"/>
          </ac:graphicFrameMkLst>
        </pc:graphicFrameChg>
      </pc:sldChg>
    </pc:docChg>
  </pc:docChgLst>
  <pc:docChgLst>
    <pc:chgData name="NIES HUI WEN" userId="3541b9e0-606d-4c51-a83e-60dbee75d3cd" providerId="ADAL" clId="{AC05A3CE-0BA2-4162-A159-C2680868289E}"/>
    <pc:docChg chg="undo custSel addSld delSld modSld modMainMaster modNotesMaster">
      <pc:chgData name="NIES HUI WEN" userId="3541b9e0-606d-4c51-a83e-60dbee75d3cd" providerId="ADAL" clId="{AC05A3CE-0BA2-4162-A159-C2680868289E}" dt="2024-09-30T13:57:19.166" v="55" actId="14100"/>
      <pc:docMkLst>
        <pc:docMk/>
      </pc:docMkLst>
      <pc:sldChg chg="modSp add">
        <pc:chgData name="NIES HUI WEN" userId="3541b9e0-606d-4c51-a83e-60dbee75d3cd" providerId="ADAL" clId="{AC05A3CE-0BA2-4162-A159-C2680868289E}" dt="2024-09-30T13:55:52.838" v="37"/>
        <pc:sldMkLst>
          <pc:docMk/>
          <pc:sldMk cId="0" sldId="258"/>
        </pc:sldMkLst>
      </pc:sldChg>
      <pc:sldChg chg="modSp add">
        <pc:chgData name="NIES HUI WEN" userId="3541b9e0-606d-4c51-a83e-60dbee75d3cd" providerId="ADAL" clId="{AC05A3CE-0BA2-4162-A159-C2680868289E}" dt="2024-09-30T13:55:52.838" v="37"/>
        <pc:sldMkLst>
          <pc:docMk/>
          <pc:sldMk cId="0" sldId="259"/>
        </pc:sldMkLst>
      </pc:sldChg>
      <pc:sldChg chg="modSp add">
        <pc:chgData name="NIES HUI WEN" userId="3541b9e0-606d-4c51-a83e-60dbee75d3cd" providerId="ADAL" clId="{AC05A3CE-0BA2-4162-A159-C2680868289E}" dt="2024-09-30T13:55:52.838" v="37"/>
        <pc:sldMkLst>
          <pc:docMk/>
          <pc:sldMk cId="0" sldId="260"/>
        </pc:sldMkLst>
      </pc:sldChg>
      <pc:sldChg chg="modSp add">
        <pc:chgData name="NIES HUI WEN" userId="3541b9e0-606d-4c51-a83e-60dbee75d3cd" providerId="ADAL" clId="{AC05A3CE-0BA2-4162-A159-C2680868289E}" dt="2024-09-30T13:55:52.838" v="37"/>
        <pc:sldMkLst>
          <pc:docMk/>
          <pc:sldMk cId="0" sldId="261"/>
        </pc:sldMkLst>
      </pc:sldChg>
      <pc:sldChg chg="modSp add mod">
        <pc:chgData name="NIES HUI WEN" userId="3541b9e0-606d-4c51-a83e-60dbee75d3cd" providerId="ADAL" clId="{AC05A3CE-0BA2-4162-A159-C2680868289E}" dt="2024-09-30T13:55:52.901" v="38" actId="27636"/>
        <pc:sldMkLst>
          <pc:docMk/>
          <pc:sldMk cId="0" sldId="262"/>
        </pc:sldMkLst>
        <pc:spChg chg="mod">
          <ac:chgData name="NIES HUI WEN" userId="3541b9e0-606d-4c51-a83e-60dbee75d3cd" providerId="ADAL" clId="{AC05A3CE-0BA2-4162-A159-C2680868289E}" dt="2024-09-30T13:55:52.901" v="38" actId="27636"/>
          <ac:spMkLst>
            <pc:docMk/>
            <pc:sldMk cId="0" sldId="262"/>
            <ac:spMk id="3" creationId="{00000000-0000-0000-0000-000000000000}"/>
          </ac:spMkLst>
        </pc:spChg>
      </pc:sldChg>
      <pc:sldChg chg="modSp del">
        <pc:chgData name="NIES HUI WEN" userId="3541b9e0-606d-4c51-a83e-60dbee75d3cd" providerId="ADAL" clId="{AC05A3CE-0BA2-4162-A159-C2680868289E}" dt="2024-09-30T13:55:50.166" v="35" actId="47"/>
        <pc:sldMkLst>
          <pc:docMk/>
          <pc:sldMk cId="2699332576" sldId="262"/>
        </pc:sldMkLst>
      </pc:sldChg>
      <pc:sldChg chg="modSp add mod">
        <pc:chgData name="NIES HUI WEN" userId="3541b9e0-606d-4c51-a83e-60dbee75d3cd" providerId="ADAL" clId="{AC05A3CE-0BA2-4162-A159-C2680868289E}" dt="2024-09-30T13:57:19.166" v="55" actId="14100"/>
        <pc:sldMkLst>
          <pc:docMk/>
          <pc:sldMk cId="0" sldId="263"/>
        </pc:sldMkLst>
        <pc:picChg chg="mod">
          <ac:chgData name="NIES HUI WEN" userId="3541b9e0-606d-4c51-a83e-60dbee75d3cd" providerId="ADAL" clId="{AC05A3CE-0BA2-4162-A159-C2680868289E}" dt="2024-09-30T13:57:19.166" v="55" actId="14100"/>
          <ac:picMkLst>
            <pc:docMk/>
            <pc:sldMk cId="0" sldId="263"/>
            <ac:picMk id="7" creationId="{00000000-0000-0000-0000-000000000000}"/>
          </ac:picMkLst>
        </pc:picChg>
      </pc:sldChg>
      <pc:sldChg chg="modSp add mod">
        <pc:chgData name="NIES HUI WEN" userId="3541b9e0-606d-4c51-a83e-60dbee75d3cd" providerId="ADAL" clId="{AC05A3CE-0BA2-4162-A159-C2680868289E}" dt="2024-09-30T13:55:52.916" v="39" actId="27636"/>
        <pc:sldMkLst>
          <pc:docMk/>
          <pc:sldMk cId="0" sldId="264"/>
        </pc:sldMkLst>
        <pc:spChg chg="mod">
          <ac:chgData name="NIES HUI WEN" userId="3541b9e0-606d-4c51-a83e-60dbee75d3cd" providerId="ADAL" clId="{AC05A3CE-0BA2-4162-A159-C2680868289E}" dt="2024-09-30T13:55:52.916" v="39" actId="27636"/>
          <ac:spMkLst>
            <pc:docMk/>
            <pc:sldMk cId="0" sldId="264"/>
            <ac:spMk id="2" creationId="{00000000-0000-0000-0000-000000000000}"/>
          </ac:spMkLst>
        </pc:spChg>
      </pc:sldChg>
      <pc:sldChg chg="modSp add mod">
        <pc:chgData name="NIES HUI WEN" userId="3541b9e0-606d-4c51-a83e-60dbee75d3cd" providerId="ADAL" clId="{AC05A3CE-0BA2-4162-A159-C2680868289E}" dt="2024-09-30T13:55:52.916" v="40" actId="27636"/>
        <pc:sldMkLst>
          <pc:docMk/>
          <pc:sldMk cId="0" sldId="265"/>
        </pc:sldMkLst>
        <pc:spChg chg="mod">
          <ac:chgData name="NIES HUI WEN" userId="3541b9e0-606d-4c51-a83e-60dbee75d3cd" providerId="ADAL" clId="{AC05A3CE-0BA2-4162-A159-C2680868289E}" dt="2024-09-30T13:55:52.916" v="40" actId="27636"/>
          <ac:spMkLst>
            <pc:docMk/>
            <pc:sldMk cId="0" sldId="265"/>
            <ac:spMk id="2" creationId="{00000000-0000-0000-0000-000000000000}"/>
          </ac:spMkLst>
        </pc:spChg>
      </pc:sldChg>
      <pc:sldChg chg="modSp add">
        <pc:chgData name="NIES HUI WEN" userId="3541b9e0-606d-4c51-a83e-60dbee75d3cd" providerId="ADAL" clId="{AC05A3CE-0BA2-4162-A159-C2680868289E}" dt="2024-09-30T13:55:52.838" v="37"/>
        <pc:sldMkLst>
          <pc:docMk/>
          <pc:sldMk cId="0" sldId="266"/>
        </pc:sldMkLst>
      </pc:sldChg>
      <pc:sldChg chg="modSp add mod">
        <pc:chgData name="NIES HUI WEN" userId="3541b9e0-606d-4c51-a83e-60dbee75d3cd" providerId="ADAL" clId="{AC05A3CE-0BA2-4162-A159-C2680868289E}" dt="2024-09-30T13:55:52.932" v="41" actId="27636"/>
        <pc:sldMkLst>
          <pc:docMk/>
          <pc:sldMk cId="0" sldId="267"/>
        </pc:sldMkLst>
        <pc:spChg chg="mod">
          <ac:chgData name="NIES HUI WEN" userId="3541b9e0-606d-4c51-a83e-60dbee75d3cd" providerId="ADAL" clId="{AC05A3CE-0BA2-4162-A159-C2680868289E}" dt="2024-09-30T13:55:52.932" v="41" actId="27636"/>
          <ac:spMkLst>
            <pc:docMk/>
            <pc:sldMk cId="0" sldId="267"/>
            <ac:spMk id="3" creationId="{00000000-0000-0000-0000-000000000000}"/>
          </ac:spMkLst>
        </pc:spChg>
      </pc:sldChg>
      <pc:sldChg chg="modSp add">
        <pc:chgData name="NIES HUI WEN" userId="3541b9e0-606d-4c51-a83e-60dbee75d3cd" providerId="ADAL" clId="{AC05A3CE-0BA2-4162-A159-C2680868289E}" dt="2024-09-30T13:55:52.838" v="37"/>
        <pc:sldMkLst>
          <pc:docMk/>
          <pc:sldMk cId="0" sldId="268"/>
        </pc:sldMkLst>
      </pc:sldChg>
      <pc:sldChg chg="modSp del">
        <pc:chgData name="NIES HUI WEN" userId="3541b9e0-606d-4c51-a83e-60dbee75d3cd" providerId="ADAL" clId="{AC05A3CE-0BA2-4162-A159-C2680868289E}" dt="2024-09-30T13:55:50.994" v="36" actId="47"/>
        <pc:sldMkLst>
          <pc:docMk/>
          <pc:sldMk cId="3185706956" sldId="268"/>
        </pc:sldMkLst>
      </pc:sldChg>
      <pc:sldChg chg="modSp add">
        <pc:chgData name="NIES HUI WEN" userId="3541b9e0-606d-4c51-a83e-60dbee75d3cd" providerId="ADAL" clId="{AC05A3CE-0BA2-4162-A159-C2680868289E}" dt="2024-09-30T13:55:52.838" v="37"/>
        <pc:sldMkLst>
          <pc:docMk/>
          <pc:sldMk cId="0" sldId="269"/>
        </pc:sldMkLst>
      </pc:sldChg>
      <pc:sldChg chg="addSp delSp modSp add mod">
        <pc:chgData name="NIES HUI WEN" userId="3541b9e0-606d-4c51-a83e-60dbee75d3cd" providerId="ADAL" clId="{AC05A3CE-0BA2-4162-A159-C2680868289E}" dt="2024-09-30T13:57:01.775" v="52" actId="1076"/>
        <pc:sldMkLst>
          <pc:docMk/>
          <pc:sldMk cId="0" sldId="270"/>
        </pc:sldMkLst>
        <pc:picChg chg="add del mod modCrop">
          <ac:chgData name="NIES HUI WEN" userId="3541b9e0-606d-4c51-a83e-60dbee75d3cd" providerId="ADAL" clId="{AC05A3CE-0BA2-4162-A159-C2680868289E}" dt="2024-09-30T13:57:01.775" v="52" actId="1076"/>
          <ac:picMkLst>
            <pc:docMk/>
            <pc:sldMk cId="0" sldId="270"/>
            <ac:picMk id="7" creationId="{00000000-0000-0000-0000-000000000000}"/>
          </ac:picMkLst>
        </pc:picChg>
      </pc:sldChg>
      <pc:sldChg chg="modSp add mod">
        <pc:chgData name="NIES HUI WEN" userId="3541b9e0-606d-4c51-a83e-60dbee75d3cd" providerId="ADAL" clId="{AC05A3CE-0BA2-4162-A159-C2680868289E}" dt="2024-09-30T13:55:52.948" v="43" actId="27636"/>
        <pc:sldMkLst>
          <pc:docMk/>
          <pc:sldMk cId="0" sldId="271"/>
        </pc:sldMkLst>
        <pc:spChg chg="mod">
          <ac:chgData name="NIES HUI WEN" userId="3541b9e0-606d-4c51-a83e-60dbee75d3cd" providerId="ADAL" clId="{AC05A3CE-0BA2-4162-A159-C2680868289E}" dt="2024-09-30T13:55:52.948" v="43" actId="27636"/>
          <ac:spMkLst>
            <pc:docMk/>
            <pc:sldMk cId="0" sldId="271"/>
            <ac:spMk id="2" creationId="{00000000-0000-0000-0000-000000000000}"/>
          </ac:spMkLst>
        </pc:spChg>
      </pc:sldChg>
      <pc:sldChg chg="modSp add">
        <pc:chgData name="NIES HUI WEN" userId="3541b9e0-606d-4c51-a83e-60dbee75d3cd" providerId="ADAL" clId="{AC05A3CE-0BA2-4162-A159-C2680868289E}" dt="2024-09-30T13:55:52.838" v="37"/>
        <pc:sldMkLst>
          <pc:docMk/>
          <pc:sldMk cId="0" sldId="272"/>
        </pc:sldMkLst>
      </pc:sldChg>
      <pc:sldChg chg="modSp add">
        <pc:chgData name="NIES HUI WEN" userId="3541b9e0-606d-4c51-a83e-60dbee75d3cd" providerId="ADAL" clId="{AC05A3CE-0BA2-4162-A159-C2680868289E}" dt="2024-09-30T13:55:52.838" v="37"/>
        <pc:sldMkLst>
          <pc:docMk/>
          <pc:sldMk cId="0" sldId="273"/>
        </pc:sldMkLst>
      </pc:sldChg>
      <pc:sldChg chg="modSp add">
        <pc:chgData name="NIES HUI WEN" userId="3541b9e0-606d-4c51-a83e-60dbee75d3cd" providerId="ADAL" clId="{AC05A3CE-0BA2-4162-A159-C2680868289E}" dt="2024-09-30T13:55:52.838" v="37"/>
        <pc:sldMkLst>
          <pc:docMk/>
          <pc:sldMk cId="0" sldId="274"/>
        </pc:sldMkLst>
      </pc:sldChg>
      <pc:sldChg chg="delSp modSp mod">
        <pc:chgData name="NIES HUI WEN" userId="3541b9e0-606d-4c51-a83e-60dbee75d3cd" providerId="ADAL" clId="{AC05A3CE-0BA2-4162-A159-C2680868289E}" dt="2024-09-30T13:55:31.295" v="34" actId="478"/>
        <pc:sldMkLst>
          <pc:docMk/>
          <pc:sldMk cId="793206217" sldId="275"/>
        </pc:sldMkLst>
        <pc:spChg chg="mod">
          <ac:chgData name="NIES HUI WEN" userId="3541b9e0-606d-4c51-a83e-60dbee75d3cd" providerId="ADAL" clId="{AC05A3CE-0BA2-4162-A159-C2680868289E}" dt="2024-09-30T13:53:57.180" v="0"/>
          <ac:spMkLst>
            <pc:docMk/>
            <pc:sldMk cId="793206217" sldId="275"/>
            <ac:spMk id="2" creationId="{1BE86133-417D-9582-AD5C-C9B40323D15B}"/>
          </ac:spMkLst>
        </pc:spChg>
        <pc:spChg chg="mod">
          <ac:chgData name="NIES HUI WEN" userId="3541b9e0-606d-4c51-a83e-60dbee75d3cd" providerId="ADAL" clId="{AC05A3CE-0BA2-4162-A159-C2680868289E}" dt="2024-09-30T13:53:57.180" v="0"/>
          <ac:spMkLst>
            <pc:docMk/>
            <pc:sldMk cId="793206217" sldId="275"/>
            <ac:spMk id="6" creationId="{F7CF5489-1A93-67FA-16A5-04A76546BEFF}"/>
          </ac:spMkLst>
        </pc:spChg>
        <pc:spChg chg="mod">
          <ac:chgData name="NIES HUI WEN" userId="3541b9e0-606d-4c51-a83e-60dbee75d3cd" providerId="ADAL" clId="{AC05A3CE-0BA2-4162-A159-C2680868289E}" dt="2024-09-30T13:53:57.180" v="0"/>
          <ac:spMkLst>
            <pc:docMk/>
            <pc:sldMk cId="793206217" sldId="275"/>
            <ac:spMk id="9" creationId="{C1F245CD-7264-D27E-FACB-A8B4DD06F1D6}"/>
          </ac:spMkLst>
        </pc:spChg>
        <pc:spChg chg="mod">
          <ac:chgData name="NIES HUI WEN" userId="3541b9e0-606d-4c51-a83e-60dbee75d3cd" providerId="ADAL" clId="{AC05A3CE-0BA2-4162-A159-C2680868289E}" dt="2024-09-30T13:53:57.180" v="0"/>
          <ac:spMkLst>
            <pc:docMk/>
            <pc:sldMk cId="793206217" sldId="275"/>
            <ac:spMk id="12" creationId="{344AC4C7-0CB4-FF63-FCB9-63FEE6F22477}"/>
          </ac:spMkLst>
        </pc:spChg>
        <pc:spChg chg="mod">
          <ac:chgData name="NIES HUI WEN" userId="3541b9e0-606d-4c51-a83e-60dbee75d3cd" providerId="ADAL" clId="{AC05A3CE-0BA2-4162-A159-C2680868289E}" dt="2024-09-30T13:53:57.180" v="0"/>
          <ac:spMkLst>
            <pc:docMk/>
            <pc:sldMk cId="793206217" sldId="275"/>
            <ac:spMk id="13" creationId="{2F0FB714-3007-23C8-9764-E8C7159E2C4E}"/>
          </ac:spMkLst>
        </pc:spChg>
        <pc:spChg chg="mod">
          <ac:chgData name="NIES HUI WEN" userId="3541b9e0-606d-4c51-a83e-60dbee75d3cd" providerId="ADAL" clId="{AC05A3CE-0BA2-4162-A159-C2680868289E}" dt="2024-09-30T13:53:57.180" v="0"/>
          <ac:spMkLst>
            <pc:docMk/>
            <pc:sldMk cId="793206217" sldId="275"/>
            <ac:spMk id="14" creationId="{1C8EDED6-5A04-187B-A687-9F2524E0180E}"/>
          </ac:spMkLst>
        </pc:spChg>
        <pc:spChg chg="mod">
          <ac:chgData name="NIES HUI WEN" userId="3541b9e0-606d-4c51-a83e-60dbee75d3cd" providerId="ADAL" clId="{AC05A3CE-0BA2-4162-A159-C2680868289E}" dt="2024-09-30T13:55:25.273" v="33"/>
          <ac:spMkLst>
            <pc:docMk/>
            <pc:sldMk cId="793206217" sldId="275"/>
            <ac:spMk id="15" creationId="{06D76F8F-9451-9946-9AC6-6A4DC9337D85}"/>
          </ac:spMkLst>
        </pc:spChg>
        <pc:spChg chg="mod">
          <ac:chgData name="NIES HUI WEN" userId="3541b9e0-606d-4c51-a83e-60dbee75d3cd" providerId="ADAL" clId="{AC05A3CE-0BA2-4162-A159-C2680868289E}" dt="2024-09-30T13:55:09.963" v="32"/>
          <ac:spMkLst>
            <pc:docMk/>
            <pc:sldMk cId="793206217" sldId="275"/>
            <ac:spMk id="16" creationId="{929E73F1-1DD6-8DC9-0B8E-AD1B04B34741}"/>
          </ac:spMkLst>
        </pc:spChg>
        <pc:grpChg chg="mod">
          <ac:chgData name="NIES HUI WEN" userId="3541b9e0-606d-4c51-a83e-60dbee75d3cd" providerId="ADAL" clId="{AC05A3CE-0BA2-4162-A159-C2680868289E}" dt="2024-09-30T13:53:57.180" v="0"/>
          <ac:grpSpMkLst>
            <pc:docMk/>
            <pc:sldMk cId="793206217" sldId="275"/>
            <ac:grpSpMk id="7" creationId="{32E07F62-62EA-F0CE-56B7-24048F3E2214}"/>
          </ac:grpSpMkLst>
        </pc:grpChg>
        <pc:picChg chg="mod">
          <ac:chgData name="NIES HUI WEN" userId="3541b9e0-606d-4c51-a83e-60dbee75d3cd" providerId="ADAL" clId="{AC05A3CE-0BA2-4162-A159-C2680868289E}" dt="2024-09-30T13:53:57.180" v="0"/>
          <ac:picMkLst>
            <pc:docMk/>
            <pc:sldMk cId="793206217" sldId="275"/>
            <ac:picMk id="3" creationId="{4458F1EA-447C-486C-DE06-EF8199F7967D}"/>
          </ac:picMkLst>
        </pc:picChg>
      </pc:sldChg>
      <pc:sldChg chg="modSp">
        <pc:chgData name="NIES HUI WEN" userId="3541b9e0-606d-4c51-a83e-60dbee75d3cd" providerId="ADAL" clId="{AC05A3CE-0BA2-4162-A159-C2680868289E}" dt="2024-09-30T13:53:57.180" v="0"/>
        <pc:sldMkLst>
          <pc:docMk/>
          <pc:sldMk cId="1502775014" sldId="313"/>
        </pc:sldMkLst>
        <pc:spChg chg="mod">
          <ac:chgData name="NIES HUI WEN" userId="3541b9e0-606d-4c51-a83e-60dbee75d3cd" providerId="ADAL" clId="{AC05A3CE-0BA2-4162-A159-C2680868289E}" dt="2024-09-30T13:53:57.180" v="0"/>
          <ac:spMkLst>
            <pc:docMk/>
            <pc:sldMk cId="1502775014" sldId="313"/>
            <ac:spMk id="2" creationId="{624BE87F-5B1E-B127-DCFD-1E4D48217575}"/>
          </ac:spMkLst>
        </pc:spChg>
        <pc:spChg chg="mod">
          <ac:chgData name="NIES HUI WEN" userId="3541b9e0-606d-4c51-a83e-60dbee75d3cd" providerId="ADAL" clId="{AC05A3CE-0BA2-4162-A159-C2680868289E}" dt="2024-09-30T13:53:57.180" v="0"/>
          <ac:spMkLst>
            <pc:docMk/>
            <pc:sldMk cId="1502775014" sldId="313"/>
            <ac:spMk id="3" creationId="{D9832A7B-17DE-A49A-0D98-B172644510D5}"/>
          </ac:spMkLst>
        </pc:spChg>
        <pc:picChg chg="mod">
          <ac:chgData name="NIES HUI WEN" userId="3541b9e0-606d-4c51-a83e-60dbee75d3cd" providerId="ADAL" clId="{AC05A3CE-0BA2-4162-A159-C2680868289E}" dt="2024-09-30T13:53:57.180" v="0"/>
          <ac:picMkLst>
            <pc:docMk/>
            <pc:sldMk cId="1502775014" sldId="313"/>
            <ac:picMk id="50" creationId="{1EC0F348-2D30-7AC1-3CE0-4197AE98828C}"/>
          </ac:picMkLst>
        </pc:picChg>
        <pc:picChg chg="mod">
          <ac:chgData name="NIES HUI WEN" userId="3541b9e0-606d-4c51-a83e-60dbee75d3cd" providerId="ADAL" clId="{AC05A3CE-0BA2-4162-A159-C2680868289E}" dt="2024-09-30T13:53:57.180" v="0"/>
          <ac:picMkLst>
            <pc:docMk/>
            <pc:sldMk cId="1502775014" sldId="313"/>
            <ac:picMk id="52" creationId="{851558A9-F831-677E-BB04-1C0F9AD97142}"/>
          </ac:picMkLst>
        </pc:picChg>
        <pc:picChg chg="mod">
          <ac:chgData name="NIES HUI WEN" userId="3541b9e0-606d-4c51-a83e-60dbee75d3cd" providerId="ADAL" clId="{AC05A3CE-0BA2-4162-A159-C2680868289E}" dt="2024-09-30T13:53:57.180" v="0"/>
          <ac:picMkLst>
            <pc:docMk/>
            <pc:sldMk cId="1502775014" sldId="313"/>
            <ac:picMk id="54" creationId="{FCCD5C17-9FCF-9090-0510-5284D0FCF10E}"/>
          </ac:picMkLst>
        </pc:picChg>
      </pc:sldChg>
      <pc:sldChg chg="modSp mod">
        <pc:chgData name="NIES HUI WEN" userId="3541b9e0-606d-4c51-a83e-60dbee75d3cd" providerId="ADAL" clId="{AC05A3CE-0BA2-4162-A159-C2680868289E}" dt="2024-09-30T13:54:49.441" v="31" actId="1036"/>
        <pc:sldMkLst>
          <pc:docMk/>
          <pc:sldMk cId="1793746909" sldId="315"/>
        </pc:sldMkLst>
        <pc:spChg chg="mod">
          <ac:chgData name="NIES HUI WEN" userId="3541b9e0-606d-4c51-a83e-60dbee75d3cd" providerId="ADAL" clId="{AC05A3CE-0BA2-4162-A159-C2680868289E}" dt="2024-09-30T13:54:49.441" v="31" actId="1036"/>
          <ac:spMkLst>
            <pc:docMk/>
            <pc:sldMk cId="1793746909" sldId="315"/>
            <ac:spMk id="3" creationId="{FC72DD83-1D7D-D9BF-F0F3-053EE3201597}"/>
          </ac:spMkLst>
        </pc:spChg>
        <pc:spChg chg="mod">
          <ac:chgData name="NIES HUI WEN" userId="3541b9e0-606d-4c51-a83e-60dbee75d3cd" providerId="ADAL" clId="{AC05A3CE-0BA2-4162-A159-C2680868289E}" dt="2024-09-30T13:54:41.295" v="6" actId="20577"/>
          <ac:spMkLst>
            <pc:docMk/>
            <pc:sldMk cId="1793746909" sldId="315"/>
            <ac:spMk id="4" creationId="{8DAD0E23-96B9-5B33-C4F6-4DBCE5F54F96}"/>
          </ac:spMkLst>
        </pc:spChg>
        <pc:spChg chg="mod">
          <ac:chgData name="NIES HUI WEN" userId="3541b9e0-606d-4c51-a83e-60dbee75d3cd" providerId="ADAL" clId="{AC05A3CE-0BA2-4162-A159-C2680868289E}" dt="2024-09-30T13:53:57.180" v="0"/>
          <ac:spMkLst>
            <pc:docMk/>
            <pc:sldMk cId="1793746909" sldId="315"/>
            <ac:spMk id="6" creationId="{8E102EFA-FD94-7D1F-B76C-45B63CEC7823}"/>
          </ac:spMkLst>
        </pc:spChg>
        <pc:picChg chg="mod">
          <ac:chgData name="NIES HUI WEN" userId="3541b9e0-606d-4c51-a83e-60dbee75d3cd" providerId="ADAL" clId="{AC05A3CE-0BA2-4162-A159-C2680868289E}" dt="2024-09-30T13:54:49.441" v="31" actId="1036"/>
          <ac:picMkLst>
            <pc:docMk/>
            <pc:sldMk cId="1793746909" sldId="315"/>
            <ac:picMk id="2" creationId="{0DAB95FE-9FB6-3175-C6AD-6B6A256E7A5A}"/>
          </ac:picMkLst>
        </pc:picChg>
        <pc:picChg chg="mod">
          <ac:chgData name="NIES HUI WEN" userId="3541b9e0-606d-4c51-a83e-60dbee75d3cd" providerId="ADAL" clId="{AC05A3CE-0BA2-4162-A159-C2680868289E}" dt="2024-09-30T13:53:57.180" v="0"/>
          <ac:picMkLst>
            <pc:docMk/>
            <pc:sldMk cId="1793746909" sldId="315"/>
            <ac:picMk id="7" creationId="{770A5E36-46DF-4261-B2A9-84180659C6D5}"/>
          </ac:picMkLst>
        </pc:picChg>
      </pc:sldChg>
      <pc:sldChg chg="modSp add mod">
        <pc:chgData name="NIES HUI WEN" userId="3541b9e0-606d-4c51-a83e-60dbee75d3cd" providerId="ADAL" clId="{AC05A3CE-0BA2-4162-A159-C2680868289E}" dt="2024-09-30T13:55:52.948" v="42" actId="27636"/>
        <pc:sldMkLst>
          <pc:docMk/>
          <pc:sldMk cId="3658087636" sldId="316"/>
        </pc:sldMkLst>
        <pc:spChg chg="mod">
          <ac:chgData name="NIES HUI WEN" userId="3541b9e0-606d-4c51-a83e-60dbee75d3cd" providerId="ADAL" clId="{AC05A3CE-0BA2-4162-A159-C2680868289E}" dt="2024-09-30T13:55:52.948" v="42" actId="27636"/>
          <ac:spMkLst>
            <pc:docMk/>
            <pc:sldMk cId="3658087636" sldId="316"/>
            <ac:spMk id="3" creationId="{00000000-0000-0000-0000-000000000000}"/>
          </ac:spMkLst>
        </pc:spChg>
      </pc:sldChg>
      <pc:sldMasterChg chg="modSp modSldLayout">
        <pc:chgData name="NIES HUI WEN" userId="3541b9e0-606d-4c51-a83e-60dbee75d3cd" providerId="ADAL" clId="{AC05A3CE-0BA2-4162-A159-C2680868289E}" dt="2024-09-30T13:53:57.180" v="0"/>
        <pc:sldMasterMkLst>
          <pc:docMk/>
          <pc:sldMasterMk cId="1015553595" sldId="2147483648"/>
        </pc:sldMasterMkLst>
        <pc:sldLayoutChg chg="modSp">
          <pc:chgData name="NIES HUI WEN" userId="3541b9e0-606d-4c51-a83e-60dbee75d3cd" providerId="ADAL" clId="{AC05A3CE-0BA2-4162-A159-C2680868289E}" dt="2024-09-30T13:53:57.180" v="0"/>
          <pc:sldLayoutMkLst>
            <pc:docMk/>
            <pc:sldMasterMk cId="1015553595" sldId="2147483648"/>
            <pc:sldLayoutMk cId="2065987749" sldId="2147483649"/>
          </pc:sldLayoutMkLst>
        </pc:sldLayoutChg>
        <pc:sldLayoutChg chg="modSp">
          <pc:chgData name="NIES HUI WEN" userId="3541b9e0-606d-4c51-a83e-60dbee75d3cd" providerId="ADAL" clId="{AC05A3CE-0BA2-4162-A159-C2680868289E}" dt="2024-09-30T13:53:57.180" v="0"/>
          <pc:sldLayoutMkLst>
            <pc:docMk/>
            <pc:sldMasterMk cId="1015553595" sldId="2147483648"/>
            <pc:sldLayoutMk cId="2848066399" sldId="2147483650"/>
          </pc:sldLayoutMkLst>
        </pc:sldLayoutChg>
        <pc:sldLayoutChg chg="modSp">
          <pc:chgData name="NIES HUI WEN" userId="3541b9e0-606d-4c51-a83e-60dbee75d3cd" providerId="ADAL" clId="{AC05A3CE-0BA2-4162-A159-C2680868289E}" dt="2024-09-30T13:53:57.180" v="0"/>
          <pc:sldLayoutMkLst>
            <pc:docMk/>
            <pc:sldMasterMk cId="1015553595" sldId="2147483648"/>
            <pc:sldLayoutMk cId="184226204" sldId="2147483651"/>
          </pc:sldLayoutMkLst>
        </pc:sldLayoutChg>
        <pc:sldLayoutChg chg="modSp">
          <pc:chgData name="NIES HUI WEN" userId="3541b9e0-606d-4c51-a83e-60dbee75d3cd" providerId="ADAL" clId="{AC05A3CE-0BA2-4162-A159-C2680868289E}" dt="2024-09-30T13:53:57.180" v="0"/>
          <pc:sldLayoutMkLst>
            <pc:docMk/>
            <pc:sldMasterMk cId="1015553595" sldId="2147483648"/>
            <pc:sldLayoutMk cId="316536615" sldId="2147483652"/>
          </pc:sldLayoutMkLst>
        </pc:sldLayoutChg>
        <pc:sldLayoutChg chg="modSp">
          <pc:chgData name="NIES HUI WEN" userId="3541b9e0-606d-4c51-a83e-60dbee75d3cd" providerId="ADAL" clId="{AC05A3CE-0BA2-4162-A159-C2680868289E}" dt="2024-09-30T13:53:57.180" v="0"/>
          <pc:sldLayoutMkLst>
            <pc:docMk/>
            <pc:sldMasterMk cId="1015553595" sldId="2147483648"/>
            <pc:sldLayoutMk cId="3140199187" sldId="2147483653"/>
          </pc:sldLayoutMkLst>
        </pc:sldLayoutChg>
        <pc:sldLayoutChg chg="modSp">
          <pc:chgData name="NIES HUI WEN" userId="3541b9e0-606d-4c51-a83e-60dbee75d3cd" providerId="ADAL" clId="{AC05A3CE-0BA2-4162-A159-C2680868289E}" dt="2024-09-30T13:53:57.180" v="0"/>
          <pc:sldLayoutMkLst>
            <pc:docMk/>
            <pc:sldMasterMk cId="1015553595" sldId="2147483648"/>
            <pc:sldLayoutMk cId="1611669773" sldId="2147483654"/>
          </pc:sldLayoutMkLst>
        </pc:sldLayoutChg>
        <pc:sldLayoutChg chg="modSp">
          <pc:chgData name="NIES HUI WEN" userId="3541b9e0-606d-4c51-a83e-60dbee75d3cd" providerId="ADAL" clId="{AC05A3CE-0BA2-4162-A159-C2680868289E}" dt="2024-09-30T13:53:57.180" v="0"/>
          <pc:sldLayoutMkLst>
            <pc:docMk/>
            <pc:sldMasterMk cId="1015553595" sldId="2147483648"/>
            <pc:sldLayoutMk cId="3399613225" sldId="2147483655"/>
          </pc:sldLayoutMkLst>
        </pc:sldLayoutChg>
        <pc:sldLayoutChg chg="modSp">
          <pc:chgData name="NIES HUI WEN" userId="3541b9e0-606d-4c51-a83e-60dbee75d3cd" providerId="ADAL" clId="{AC05A3CE-0BA2-4162-A159-C2680868289E}" dt="2024-09-30T13:53:57.180" v="0"/>
          <pc:sldLayoutMkLst>
            <pc:docMk/>
            <pc:sldMasterMk cId="1015553595" sldId="2147483648"/>
            <pc:sldLayoutMk cId="4120109767" sldId="2147483656"/>
          </pc:sldLayoutMkLst>
        </pc:sldLayoutChg>
        <pc:sldLayoutChg chg="modSp">
          <pc:chgData name="NIES HUI WEN" userId="3541b9e0-606d-4c51-a83e-60dbee75d3cd" providerId="ADAL" clId="{AC05A3CE-0BA2-4162-A159-C2680868289E}" dt="2024-09-30T13:53:57.180" v="0"/>
          <pc:sldLayoutMkLst>
            <pc:docMk/>
            <pc:sldMasterMk cId="2507804819" sldId="2147483669"/>
            <pc:sldLayoutMk cId="2743350413" sldId="2147483657"/>
          </pc:sldLayoutMkLst>
          <pc:spChg chg="mod">
            <ac:chgData name="NIES HUI WEN" userId="3541b9e0-606d-4c51-a83e-60dbee75d3cd" providerId="ADAL" clId="{AC05A3CE-0BA2-4162-A159-C2680868289E}" dt="2024-09-30T13:53:57.180" v="0"/>
            <ac:spMkLst>
              <pc:docMk/>
              <pc:sldMasterMk cId="2507804819" sldId="2147483669"/>
              <pc:sldLayoutMk cId="2743350413" sldId="2147483657"/>
              <ac:spMk id="10" creationId="{70ED001F-8063-F3C7-2FEF-E453A15D6F8A}"/>
            </ac:spMkLst>
          </pc:spChg>
          <pc:spChg chg="mod">
            <ac:chgData name="NIES HUI WEN" userId="3541b9e0-606d-4c51-a83e-60dbee75d3cd" providerId="ADAL" clId="{AC05A3CE-0BA2-4162-A159-C2680868289E}" dt="2024-09-30T13:53:57.180" v="0"/>
            <ac:spMkLst>
              <pc:docMk/>
              <pc:sldMasterMk cId="2507804819" sldId="2147483669"/>
              <pc:sldLayoutMk cId="2743350413" sldId="2147483657"/>
              <ac:spMk id="11" creationId="{F8584E66-4123-80C8-F229-404A09AEC330}"/>
            </ac:spMkLst>
          </pc:spChg>
          <pc:spChg chg="mod">
            <ac:chgData name="NIES HUI WEN" userId="3541b9e0-606d-4c51-a83e-60dbee75d3cd" providerId="ADAL" clId="{AC05A3CE-0BA2-4162-A159-C2680868289E}" dt="2024-09-30T13:53:57.180" v="0"/>
            <ac:spMkLst>
              <pc:docMk/>
              <pc:sldMasterMk cId="2507804819" sldId="2147483669"/>
              <pc:sldLayoutMk cId="2743350413" sldId="2147483657"/>
              <ac:spMk id="12" creationId="{812957FA-0954-130C-016A-4BAA3351102F}"/>
            </ac:spMkLst>
          </pc:spChg>
          <pc:spChg chg="mod">
            <ac:chgData name="NIES HUI WEN" userId="3541b9e0-606d-4c51-a83e-60dbee75d3cd" providerId="ADAL" clId="{AC05A3CE-0BA2-4162-A159-C2680868289E}" dt="2024-09-30T13:53:57.180" v="0"/>
            <ac:spMkLst>
              <pc:docMk/>
              <pc:sldMasterMk cId="2507804819" sldId="2147483669"/>
              <pc:sldLayoutMk cId="2743350413" sldId="2147483657"/>
              <ac:spMk id="13" creationId="{6B5F1816-5F6B-7928-15B1-1910931B275B}"/>
            </ac:spMkLst>
          </pc:spChg>
          <pc:grpChg chg="mod">
            <ac:chgData name="NIES HUI WEN" userId="3541b9e0-606d-4c51-a83e-60dbee75d3cd" providerId="ADAL" clId="{AC05A3CE-0BA2-4162-A159-C2680868289E}" dt="2024-09-30T13:53:57.180" v="0"/>
            <ac:grpSpMkLst>
              <pc:docMk/>
              <pc:sldMasterMk cId="2507804819" sldId="2147483669"/>
              <pc:sldLayoutMk cId="2743350413" sldId="2147483657"/>
              <ac:grpSpMk id="9" creationId="{C2F26ABC-4A2D-3F29-949F-D733E61C91B2}"/>
            </ac:grpSpMkLst>
          </pc:grpChg>
          <pc:picChg chg="mod">
            <ac:chgData name="NIES HUI WEN" userId="3541b9e0-606d-4c51-a83e-60dbee75d3cd" providerId="ADAL" clId="{AC05A3CE-0BA2-4162-A159-C2680868289E}" dt="2024-09-30T13:53:57.180" v="0"/>
            <ac:picMkLst>
              <pc:docMk/>
              <pc:sldMasterMk cId="2507804819" sldId="2147483669"/>
              <pc:sldLayoutMk cId="2743350413" sldId="2147483657"/>
              <ac:picMk id="8" creationId="{1E117FA9-E26A-4F12-3480-6499E26C73F1}"/>
            </ac:picMkLst>
          </pc:picChg>
          <pc:picChg chg="mod">
            <ac:chgData name="NIES HUI WEN" userId="3541b9e0-606d-4c51-a83e-60dbee75d3cd" providerId="ADAL" clId="{AC05A3CE-0BA2-4162-A159-C2680868289E}" dt="2024-09-30T13:53:57.180" v="0"/>
            <ac:picMkLst>
              <pc:docMk/>
              <pc:sldMasterMk cId="2507804819" sldId="2147483669"/>
              <pc:sldLayoutMk cId="2743350413" sldId="2147483657"/>
              <ac:picMk id="17" creationId="{D450D105-3168-9AA2-1E36-18264E43F5DD}"/>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3392828442" sldId="2147483660"/>
          </pc:sldLayoutMkLst>
        </pc:sldLayoutChg>
        <pc:sldLayoutChg chg="modSp">
          <pc:chgData name="NIES HUI WEN" userId="3541b9e0-606d-4c51-a83e-60dbee75d3cd" providerId="ADAL" clId="{AC05A3CE-0BA2-4162-A159-C2680868289E}" dt="2024-09-30T13:53:57.180" v="0"/>
          <pc:sldLayoutMkLst>
            <pc:docMk/>
            <pc:sldMasterMk cId="1015553595" sldId="2147483648"/>
            <pc:sldLayoutMk cId="2959644441" sldId="2147483661"/>
          </pc:sldLayoutMkLst>
        </pc:sldLayoutChg>
        <pc:sldLayoutChg chg="modSp">
          <pc:chgData name="NIES HUI WEN" userId="3541b9e0-606d-4c51-a83e-60dbee75d3cd" providerId="ADAL" clId="{AC05A3CE-0BA2-4162-A159-C2680868289E}" dt="2024-09-30T13:53:57.180" v="0"/>
          <pc:sldLayoutMkLst>
            <pc:docMk/>
            <pc:sldMasterMk cId="2507804819" sldId="2147483669"/>
            <pc:sldLayoutMk cId="2395643185" sldId="2147483662"/>
          </pc:sldLayoutMkLst>
          <pc:spChg chg="mod">
            <ac:chgData name="NIES HUI WEN" userId="3541b9e0-606d-4c51-a83e-60dbee75d3cd" providerId="ADAL" clId="{AC05A3CE-0BA2-4162-A159-C2680868289E}" dt="2024-09-30T13:53:57.180" v="0"/>
            <ac:spMkLst>
              <pc:docMk/>
              <pc:sldMasterMk cId="2507804819" sldId="2147483669"/>
              <pc:sldLayoutMk cId="2395643185" sldId="2147483662"/>
              <ac:spMk id="20" creationId="{A9A0EB9F-5240-3366-0373-E8B7C3C2A4FE}"/>
            </ac:spMkLst>
          </pc:spChg>
          <pc:picChg chg="mod">
            <ac:chgData name="NIES HUI WEN" userId="3541b9e0-606d-4c51-a83e-60dbee75d3cd" providerId="ADAL" clId="{AC05A3CE-0BA2-4162-A159-C2680868289E}" dt="2024-09-30T13:53:57.180" v="0"/>
            <ac:picMkLst>
              <pc:docMk/>
              <pc:sldMasterMk cId="2507804819" sldId="2147483669"/>
              <pc:sldLayoutMk cId="2395643185" sldId="2147483662"/>
              <ac:picMk id="19" creationId="{BAF7B2D7-FB34-55B3-113A-7F96DDA7A845}"/>
            </ac:picMkLst>
          </pc:picChg>
        </pc:sldLayoutChg>
        <pc:sldLayoutChg chg="modSp">
          <pc:chgData name="NIES HUI WEN" userId="3541b9e0-606d-4c51-a83e-60dbee75d3cd" providerId="ADAL" clId="{AC05A3CE-0BA2-4162-A159-C2680868289E}" dt="2024-09-30T13:53:57.180" v="0"/>
          <pc:sldLayoutMkLst>
            <pc:docMk/>
            <pc:sldMasterMk cId="2507804819" sldId="2147483669"/>
            <pc:sldLayoutMk cId="1788661840" sldId="2147483663"/>
          </pc:sldLayoutMkLst>
          <pc:spChg chg="mod">
            <ac:chgData name="NIES HUI WEN" userId="3541b9e0-606d-4c51-a83e-60dbee75d3cd" providerId="ADAL" clId="{AC05A3CE-0BA2-4162-A159-C2680868289E}" dt="2024-09-30T13:53:57.180" v="0"/>
            <ac:spMkLst>
              <pc:docMk/>
              <pc:sldMasterMk cId="2507804819" sldId="2147483669"/>
              <pc:sldLayoutMk cId="1788661840" sldId="2147483663"/>
              <ac:spMk id="10" creationId="{70ED001F-8063-F3C7-2FEF-E453A15D6F8A}"/>
            </ac:spMkLst>
          </pc:spChg>
          <pc:spChg chg="mod">
            <ac:chgData name="NIES HUI WEN" userId="3541b9e0-606d-4c51-a83e-60dbee75d3cd" providerId="ADAL" clId="{AC05A3CE-0BA2-4162-A159-C2680868289E}" dt="2024-09-30T13:53:57.180" v="0"/>
            <ac:spMkLst>
              <pc:docMk/>
              <pc:sldMasterMk cId="2507804819" sldId="2147483669"/>
              <pc:sldLayoutMk cId="1788661840" sldId="2147483663"/>
              <ac:spMk id="11" creationId="{F8584E66-4123-80C8-F229-404A09AEC330}"/>
            </ac:spMkLst>
          </pc:spChg>
          <pc:spChg chg="mod">
            <ac:chgData name="NIES HUI WEN" userId="3541b9e0-606d-4c51-a83e-60dbee75d3cd" providerId="ADAL" clId="{AC05A3CE-0BA2-4162-A159-C2680868289E}" dt="2024-09-30T13:53:57.180" v="0"/>
            <ac:spMkLst>
              <pc:docMk/>
              <pc:sldMasterMk cId="2507804819" sldId="2147483669"/>
              <pc:sldLayoutMk cId="1788661840" sldId="2147483663"/>
              <ac:spMk id="13" creationId="{CAE4AFB9-D289-5BB8-FC6E-3A98AE611BFD}"/>
            </ac:spMkLst>
          </pc:spChg>
          <pc:spChg chg="mod">
            <ac:chgData name="NIES HUI WEN" userId="3541b9e0-606d-4c51-a83e-60dbee75d3cd" providerId="ADAL" clId="{AC05A3CE-0BA2-4162-A159-C2680868289E}" dt="2024-09-30T13:53:57.180" v="0"/>
            <ac:spMkLst>
              <pc:docMk/>
              <pc:sldMasterMk cId="2507804819" sldId="2147483669"/>
              <pc:sldLayoutMk cId="1788661840" sldId="2147483663"/>
              <ac:spMk id="14" creationId="{559C5E7F-48AB-BACC-5157-81B702629420}"/>
            </ac:spMkLst>
          </pc:spChg>
          <pc:grpChg chg="mod">
            <ac:chgData name="NIES HUI WEN" userId="3541b9e0-606d-4c51-a83e-60dbee75d3cd" providerId="ADAL" clId="{AC05A3CE-0BA2-4162-A159-C2680868289E}" dt="2024-09-30T13:53:57.180" v="0"/>
            <ac:grpSpMkLst>
              <pc:docMk/>
              <pc:sldMasterMk cId="2507804819" sldId="2147483669"/>
              <pc:sldLayoutMk cId="1788661840" sldId="2147483663"/>
              <ac:grpSpMk id="9" creationId="{C2F26ABC-4A2D-3F29-949F-D733E61C91B2}"/>
            </ac:grpSpMkLst>
          </pc:grpChg>
          <pc:picChg chg="mod">
            <ac:chgData name="NIES HUI WEN" userId="3541b9e0-606d-4c51-a83e-60dbee75d3cd" providerId="ADAL" clId="{AC05A3CE-0BA2-4162-A159-C2680868289E}" dt="2024-09-30T13:53:57.180" v="0"/>
            <ac:picMkLst>
              <pc:docMk/>
              <pc:sldMasterMk cId="2507804819" sldId="2147483669"/>
              <pc:sldLayoutMk cId="1788661840" sldId="2147483663"/>
              <ac:picMk id="8" creationId="{1E117FA9-E26A-4F12-3480-6499E26C73F1}"/>
            </ac:picMkLst>
          </pc:picChg>
          <pc:picChg chg="mod">
            <ac:chgData name="NIES HUI WEN" userId="3541b9e0-606d-4c51-a83e-60dbee75d3cd" providerId="ADAL" clId="{AC05A3CE-0BA2-4162-A159-C2680868289E}" dt="2024-09-30T13:53:57.180" v="0"/>
            <ac:picMkLst>
              <pc:docMk/>
              <pc:sldMasterMk cId="2507804819" sldId="2147483669"/>
              <pc:sldLayoutMk cId="1788661840" sldId="2147483663"/>
              <ac:picMk id="17" creationId="{D450D105-3168-9AA2-1E36-18264E43F5DD}"/>
            </ac:picMkLst>
          </pc:picChg>
        </pc:sldLayoutChg>
        <pc:sldLayoutChg chg="modSp">
          <pc:chgData name="NIES HUI WEN" userId="3541b9e0-606d-4c51-a83e-60dbee75d3cd" providerId="ADAL" clId="{AC05A3CE-0BA2-4162-A159-C2680868289E}" dt="2024-09-30T13:53:57.180" v="0"/>
          <pc:sldLayoutMkLst>
            <pc:docMk/>
            <pc:sldMasterMk cId="2507804819" sldId="2147483669"/>
            <pc:sldLayoutMk cId="864249158" sldId="2147483664"/>
          </pc:sldLayoutMkLst>
          <pc:spChg chg="mod">
            <ac:chgData name="NIES HUI WEN" userId="3541b9e0-606d-4c51-a83e-60dbee75d3cd" providerId="ADAL" clId="{AC05A3CE-0BA2-4162-A159-C2680868289E}" dt="2024-09-30T13:53:57.180" v="0"/>
            <ac:spMkLst>
              <pc:docMk/>
              <pc:sldMasterMk cId="2507804819" sldId="2147483669"/>
              <pc:sldLayoutMk cId="864249158" sldId="2147483664"/>
              <ac:spMk id="2" creationId="{14354985-0AB8-E860-28D0-17AD10E6B863}"/>
            </ac:spMkLst>
          </pc:spChg>
          <pc:spChg chg="mod">
            <ac:chgData name="NIES HUI WEN" userId="3541b9e0-606d-4c51-a83e-60dbee75d3cd" providerId="ADAL" clId="{AC05A3CE-0BA2-4162-A159-C2680868289E}" dt="2024-09-30T13:53:57.180" v="0"/>
            <ac:spMkLst>
              <pc:docMk/>
              <pc:sldMasterMk cId="2507804819" sldId="2147483669"/>
              <pc:sldLayoutMk cId="864249158" sldId="2147483664"/>
              <ac:spMk id="6" creationId="{9C95F9B9-2A5B-F93A-EA33-600D61519C46}"/>
            </ac:spMkLst>
          </pc:spChg>
          <pc:grpChg chg="mod">
            <ac:chgData name="NIES HUI WEN" userId="3541b9e0-606d-4c51-a83e-60dbee75d3cd" providerId="ADAL" clId="{AC05A3CE-0BA2-4162-A159-C2680868289E}" dt="2024-09-30T13:53:57.180" v="0"/>
            <ac:grpSpMkLst>
              <pc:docMk/>
              <pc:sldMasterMk cId="2507804819" sldId="2147483669"/>
              <pc:sldLayoutMk cId="864249158" sldId="2147483664"/>
              <ac:grpSpMk id="10" creationId="{C7993728-E209-C557-FA87-A687A2439D90}"/>
            </ac:grpSpMkLst>
          </pc:grpChg>
          <pc:picChg chg="mod">
            <ac:chgData name="NIES HUI WEN" userId="3541b9e0-606d-4c51-a83e-60dbee75d3cd" providerId="ADAL" clId="{AC05A3CE-0BA2-4162-A159-C2680868289E}" dt="2024-09-30T13:53:57.180" v="0"/>
            <ac:picMkLst>
              <pc:docMk/>
              <pc:sldMasterMk cId="2507804819" sldId="2147483669"/>
              <pc:sldLayoutMk cId="864249158" sldId="2147483664"/>
              <ac:picMk id="12" creationId="{C291997A-C196-DCDE-0EA0-51D4FDEDADA6}"/>
            </ac:picMkLst>
          </pc:picChg>
          <pc:picChg chg="mod">
            <ac:chgData name="NIES HUI WEN" userId="3541b9e0-606d-4c51-a83e-60dbee75d3cd" providerId="ADAL" clId="{AC05A3CE-0BA2-4162-A159-C2680868289E}" dt="2024-09-30T13:53:57.180" v="0"/>
            <ac:picMkLst>
              <pc:docMk/>
              <pc:sldMasterMk cId="2507804819" sldId="2147483669"/>
              <pc:sldLayoutMk cId="864249158" sldId="2147483664"/>
              <ac:picMk id="13" creationId="{9AF4D5AD-886B-F49D-187E-EF188BA5C869}"/>
            </ac:picMkLst>
          </pc:picChg>
          <pc:picChg chg="mod">
            <ac:chgData name="NIES HUI WEN" userId="3541b9e0-606d-4c51-a83e-60dbee75d3cd" providerId="ADAL" clId="{AC05A3CE-0BA2-4162-A159-C2680868289E}" dt="2024-09-30T13:53:57.180" v="0"/>
            <ac:picMkLst>
              <pc:docMk/>
              <pc:sldMasterMk cId="2507804819" sldId="2147483669"/>
              <pc:sldLayoutMk cId="864249158" sldId="2147483664"/>
              <ac:picMk id="15" creationId="{0B5606AF-41C6-0137-32A8-807A0A5D0D48}"/>
            </ac:picMkLst>
          </pc:picChg>
          <pc:picChg chg="mod">
            <ac:chgData name="NIES HUI WEN" userId="3541b9e0-606d-4c51-a83e-60dbee75d3cd" providerId="ADAL" clId="{AC05A3CE-0BA2-4162-A159-C2680868289E}" dt="2024-09-30T13:53:57.180" v="0"/>
            <ac:picMkLst>
              <pc:docMk/>
              <pc:sldMasterMk cId="2507804819" sldId="2147483669"/>
              <pc:sldLayoutMk cId="864249158" sldId="2147483664"/>
              <ac:picMk id="16" creationId="{ADB128DF-CD31-0CEB-4D7C-71A658062365}"/>
            </ac:picMkLst>
          </pc:picChg>
          <pc:picChg chg="mod">
            <ac:chgData name="NIES HUI WEN" userId="3541b9e0-606d-4c51-a83e-60dbee75d3cd" providerId="ADAL" clId="{AC05A3CE-0BA2-4162-A159-C2680868289E}" dt="2024-09-30T13:53:57.180" v="0"/>
            <ac:picMkLst>
              <pc:docMk/>
              <pc:sldMasterMk cId="2507804819" sldId="2147483669"/>
              <pc:sldLayoutMk cId="864249158" sldId="2147483664"/>
              <ac:picMk id="25" creationId="{3FF214BE-EBD1-4C75-B559-2A68D3A7182D}"/>
            </ac:picMkLst>
          </pc:picChg>
        </pc:sldLayoutChg>
        <pc:sldLayoutChg chg="modSp">
          <pc:chgData name="NIES HUI WEN" userId="3541b9e0-606d-4c51-a83e-60dbee75d3cd" providerId="ADAL" clId="{AC05A3CE-0BA2-4162-A159-C2680868289E}" dt="2024-09-30T13:53:57.180" v="0"/>
          <pc:sldLayoutMkLst>
            <pc:docMk/>
            <pc:sldMasterMk cId="2507804819" sldId="2147483669"/>
            <pc:sldLayoutMk cId="1186884085" sldId="2147483666"/>
          </pc:sldLayoutMkLst>
          <pc:spChg chg="mod">
            <ac:chgData name="NIES HUI WEN" userId="3541b9e0-606d-4c51-a83e-60dbee75d3cd" providerId="ADAL" clId="{AC05A3CE-0BA2-4162-A159-C2680868289E}" dt="2024-09-30T13:53:57.180" v="0"/>
            <ac:spMkLst>
              <pc:docMk/>
              <pc:sldMasterMk cId="2507804819" sldId="2147483669"/>
              <pc:sldLayoutMk cId="1186884085" sldId="2147483666"/>
              <ac:spMk id="34" creationId="{6D44EBC3-45F4-19C6-0AEB-16C907B4BCB5}"/>
            </ac:spMkLst>
          </pc:spChg>
          <pc:picChg chg="mod">
            <ac:chgData name="NIES HUI WEN" userId="3541b9e0-606d-4c51-a83e-60dbee75d3cd" providerId="ADAL" clId="{AC05A3CE-0BA2-4162-A159-C2680868289E}" dt="2024-09-30T13:53:57.180" v="0"/>
            <ac:picMkLst>
              <pc:docMk/>
              <pc:sldMasterMk cId="2507804819" sldId="2147483669"/>
              <pc:sldLayoutMk cId="1186884085" sldId="2147483666"/>
              <ac:picMk id="36" creationId="{E22F56BC-829B-3BC8-96F9-8B26B69F0FD2}"/>
            </ac:picMkLst>
          </pc:picChg>
          <pc:picChg chg="mod">
            <ac:chgData name="NIES HUI WEN" userId="3541b9e0-606d-4c51-a83e-60dbee75d3cd" providerId="ADAL" clId="{AC05A3CE-0BA2-4162-A159-C2680868289E}" dt="2024-09-30T13:53:57.180" v="0"/>
            <ac:picMkLst>
              <pc:docMk/>
              <pc:sldMasterMk cId="2507804819" sldId="2147483669"/>
              <pc:sldLayoutMk cId="1186884085" sldId="2147483666"/>
              <ac:picMk id="41" creationId="{BBA782F0-1339-9AD7-88E8-E482862A0C73}"/>
            </ac:picMkLst>
          </pc:picChg>
          <pc:picChg chg="mod">
            <ac:chgData name="NIES HUI WEN" userId="3541b9e0-606d-4c51-a83e-60dbee75d3cd" providerId="ADAL" clId="{AC05A3CE-0BA2-4162-A159-C2680868289E}" dt="2024-09-30T13:53:57.180" v="0"/>
            <ac:picMkLst>
              <pc:docMk/>
              <pc:sldMasterMk cId="2507804819" sldId="2147483669"/>
              <pc:sldLayoutMk cId="1186884085" sldId="2147483666"/>
              <ac:picMk id="42" creationId="{955F31CF-FB2A-3612-E2CA-58665EF22E34}"/>
            </ac:picMkLst>
          </pc:picChg>
        </pc:sldLayoutChg>
        <pc:sldLayoutChg chg="modSp">
          <pc:chgData name="NIES HUI WEN" userId="3541b9e0-606d-4c51-a83e-60dbee75d3cd" providerId="ADAL" clId="{AC05A3CE-0BA2-4162-A159-C2680868289E}" dt="2024-09-30T13:53:57.180" v="0"/>
          <pc:sldLayoutMkLst>
            <pc:docMk/>
            <pc:sldMasterMk cId="1015553595" sldId="2147483648"/>
            <pc:sldLayoutMk cId="4171046270" sldId="2147483668"/>
          </pc:sldLayoutMkLst>
        </pc:sldLayoutChg>
      </pc:sldMasterChg>
      <pc:sldMasterChg chg="modSldLayout">
        <pc:chgData name="NIES HUI WEN" userId="3541b9e0-606d-4c51-a83e-60dbee75d3cd" providerId="ADAL" clId="{AC05A3CE-0BA2-4162-A159-C2680868289E}" dt="2024-09-30T13:53:57.180" v="0"/>
        <pc:sldMasterMkLst>
          <pc:docMk/>
          <pc:sldMasterMk cId="2507804819" sldId="2147483669"/>
        </pc:sldMasterMkLst>
        <pc:sldLayoutChg chg="addSp">
          <pc:chgData name="NIES HUI WEN" userId="3541b9e0-606d-4c51-a83e-60dbee75d3cd" providerId="ADAL" clId="{AC05A3CE-0BA2-4162-A159-C2680868289E}" dt="2024-09-30T13:53:57.180" v="0"/>
          <pc:sldLayoutMkLst>
            <pc:docMk/>
            <pc:sldMasterMk cId="2507804819" sldId="2147483669"/>
            <pc:sldLayoutMk cId="2504704297" sldId="2147483670"/>
          </pc:sldLayoutMkLst>
          <pc:grpChg chg="add">
            <ac:chgData name="NIES HUI WEN" userId="3541b9e0-606d-4c51-a83e-60dbee75d3cd" providerId="ADAL" clId="{AC05A3CE-0BA2-4162-A159-C2680868289E}" dt="2024-09-30T13:53:57.180" v="0"/>
            <ac:grpSpMkLst>
              <pc:docMk/>
              <pc:sldMasterMk cId="2507804819" sldId="2147483669"/>
              <pc:sldLayoutMk cId="2504704297" sldId="2147483670"/>
              <ac:grpSpMk id="9" creationId="{CFF0DC2E-9ADA-3A5B-D2B1-1E7D9096B2D3}"/>
            </ac:grpSpMkLst>
          </pc:grpChg>
          <pc:grpChg chg="add">
            <ac:chgData name="NIES HUI WEN" userId="3541b9e0-606d-4c51-a83e-60dbee75d3cd" providerId="ADAL" clId="{AC05A3CE-0BA2-4162-A159-C2680868289E}" dt="2024-09-30T13:53:57.180" v="0"/>
            <ac:grpSpMkLst>
              <pc:docMk/>
              <pc:sldMasterMk cId="2507804819" sldId="2147483669"/>
              <pc:sldLayoutMk cId="2504704297" sldId="2147483670"/>
              <ac:grpSpMk id="12" creationId="{C03D020E-6726-DA6E-5682-5449ADC3DEC5}"/>
            </ac:grpSpMkLst>
          </pc:grpChg>
          <pc:picChg chg="add">
            <ac:chgData name="NIES HUI WEN" userId="3541b9e0-606d-4c51-a83e-60dbee75d3cd" providerId="ADAL" clId="{AC05A3CE-0BA2-4162-A159-C2680868289E}" dt="2024-09-30T13:53:57.180" v="0"/>
            <ac:picMkLst>
              <pc:docMk/>
              <pc:sldMasterMk cId="2507804819" sldId="2147483669"/>
              <pc:sldLayoutMk cId="2504704297" sldId="2147483670"/>
              <ac:picMk id="7" creationId="{90171FC3-CFC0-D315-6851-A16AA6337765}"/>
            </ac:picMkLst>
          </pc:picChg>
          <pc:picChg chg="add">
            <ac:chgData name="NIES HUI WEN" userId="3541b9e0-606d-4c51-a83e-60dbee75d3cd" providerId="ADAL" clId="{AC05A3CE-0BA2-4162-A159-C2680868289E}" dt="2024-09-30T13:53:57.180" v="0"/>
            <ac:picMkLst>
              <pc:docMk/>
              <pc:sldMasterMk cId="2507804819" sldId="2147483669"/>
              <pc:sldLayoutMk cId="2504704297" sldId="2147483670"/>
              <ac:picMk id="8" creationId="{8D16F159-2210-4BC5-DF80-53EA0ED004C4}"/>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2848203475" sldId="2147483671"/>
          </pc:sldLayoutMkLst>
          <pc:spChg chg="add">
            <ac:chgData name="NIES HUI WEN" userId="3541b9e0-606d-4c51-a83e-60dbee75d3cd" providerId="ADAL" clId="{AC05A3CE-0BA2-4162-A159-C2680868289E}" dt="2024-09-30T13:53:57.180" v="0"/>
            <ac:spMkLst>
              <pc:docMk/>
              <pc:sldMasterMk cId="2507804819" sldId="2147483669"/>
              <pc:sldLayoutMk cId="2848203475" sldId="2147483671"/>
              <ac:spMk id="8" creationId="{B4275398-D889-E817-996B-2CA833A24A7E}"/>
            </ac:spMkLst>
          </pc:spChg>
          <pc:spChg chg="add">
            <ac:chgData name="NIES HUI WEN" userId="3541b9e0-606d-4c51-a83e-60dbee75d3cd" providerId="ADAL" clId="{AC05A3CE-0BA2-4162-A159-C2680868289E}" dt="2024-09-30T13:53:57.180" v="0"/>
            <ac:spMkLst>
              <pc:docMk/>
              <pc:sldMasterMk cId="2507804819" sldId="2147483669"/>
              <pc:sldLayoutMk cId="2848203475" sldId="2147483671"/>
              <ac:spMk id="10" creationId="{6FA6DBF6-0605-083C-72D9-FA204CBE36B1}"/>
            </ac:spMkLst>
          </pc:spChg>
          <pc:grpChg chg="add">
            <ac:chgData name="NIES HUI WEN" userId="3541b9e0-606d-4c51-a83e-60dbee75d3cd" providerId="ADAL" clId="{AC05A3CE-0BA2-4162-A159-C2680868289E}" dt="2024-09-30T13:53:57.180" v="0"/>
            <ac:grpSpMkLst>
              <pc:docMk/>
              <pc:sldMasterMk cId="2507804819" sldId="2147483669"/>
              <pc:sldLayoutMk cId="2848203475" sldId="2147483671"/>
              <ac:grpSpMk id="11" creationId="{4DC7B18C-378E-E9A8-0F71-D85A922CFCC5}"/>
            </ac:grpSpMkLst>
          </pc:grpChg>
          <pc:picChg chg="add">
            <ac:chgData name="NIES HUI WEN" userId="3541b9e0-606d-4c51-a83e-60dbee75d3cd" providerId="ADAL" clId="{AC05A3CE-0BA2-4162-A159-C2680868289E}" dt="2024-09-30T13:53:57.180" v="0"/>
            <ac:picMkLst>
              <pc:docMk/>
              <pc:sldMasterMk cId="2507804819" sldId="2147483669"/>
              <pc:sldLayoutMk cId="2848203475" sldId="2147483671"/>
              <ac:picMk id="7" creationId="{FB07BA03-664D-C0A2-91DB-383020B77E5D}"/>
            </ac:picMkLst>
          </pc:picChg>
          <pc:picChg chg="add">
            <ac:chgData name="NIES HUI WEN" userId="3541b9e0-606d-4c51-a83e-60dbee75d3cd" providerId="ADAL" clId="{AC05A3CE-0BA2-4162-A159-C2680868289E}" dt="2024-09-30T13:53:57.180" v="0"/>
            <ac:picMkLst>
              <pc:docMk/>
              <pc:sldMasterMk cId="2507804819" sldId="2147483669"/>
              <pc:sldLayoutMk cId="2848203475" sldId="2147483671"/>
              <ac:picMk id="9" creationId="{A59FE003-EBE2-B34F-D39A-9CED71C4525A}"/>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90134314" sldId="2147483672"/>
          </pc:sldLayoutMkLst>
          <pc:grpChg chg="add">
            <ac:chgData name="NIES HUI WEN" userId="3541b9e0-606d-4c51-a83e-60dbee75d3cd" providerId="ADAL" clId="{AC05A3CE-0BA2-4162-A159-C2680868289E}" dt="2024-09-30T13:53:57.180" v="0"/>
            <ac:grpSpMkLst>
              <pc:docMk/>
              <pc:sldMasterMk cId="2507804819" sldId="2147483669"/>
              <pc:sldLayoutMk cId="90134314" sldId="2147483672"/>
              <ac:grpSpMk id="8" creationId="{EE6EAF1C-067E-EB6F-5425-D0AD85EC6816}"/>
            </ac:grpSpMkLst>
          </pc:grpChg>
          <pc:grpChg chg="add">
            <ac:chgData name="NIES HUI WEN" userId="3541b9e0-606d-4c51-a83e-60dbee75d3cd" providerId="ADAL" clId="{AC05A3CE-0BA2-4162-A159-C2680868289E}" dt="2024-09-30T13:53:57.180" v="0"/>
            <ac:grpSpMkLst>
              <pc:docMk/>
              <pc:sldMasterMk cId="2507804819" sldId="2147483669"/>
              <pc:sldLayoutMk cId="90134314" sldId="2147483672"/>
              <ac:grpSpMk id="12" creationId="{B2B53647-77D8-DD28-B589-A3B091BFA6D7}"/>
            </ac:grpSpMkLst>
          </pc:grpChg>
          <pc:grpChg chg="add">
            <ac:chgData name="NIES HUI WEN" userId="3541b9e0-606d-4c51-a83e-60dbee75d3cd" providerId="ADAL" clId="{AC05A3CE-0BA2-4162-A159-C2680868289E}" dt="2024-09-30T13:53:57.180" v="0"/>
            <ac:grpSpMkLst>
              <pc:docMk/>
              <pc:sldMasterMk cId="2507804819" sldId="2147483669"/>
              <pc:sldLayoutMk cId="90134314" sldId="2147483672"/>
              <ac:grpSpMk id="15" creationId="{71B91E51-3316-7B06-B268-4E397C624205}"/>
            </ac:grpSpMkLst>
          </pc:grpChg>
          <pc:picChg chg="add">
            <ac:chgData name="NIES HUI WEN" userId="3541b9e0-606d-4c51-a83e-60dbee75d3cd" providerId="ADAL" clId="{AC05A3CE-0BA2-4162-A159-C2680868289E}" dt="2024-09-30T13:53:57.180" v="0"/>
            <ac:picMkLst>
              <pc:docMk/>
              <pc:sldMasterMk cId="2507804819" sldId="2147483669"/>
              <pc:sldLayoutMk cId="90134314" sldId="2147483672"/>
              <ac:picMk id="7" creationId="{10E9F939-2607-68A3-DAAA-06EFC64920BE}"/>
            </ac:picMkLst>
          </pc:picChg>
          <pc:picChg chg="add">
            <ac:chgData name="NIES HUI WEN" userId="3541b9e0-606d-4c51-a83e-60dbee75d3cd" providerId="ADAL" clId="{AC05A3CE-0BA2-4162-A159-C2680868289E}" dt="2024-09-30T13:53:57.180" v="0"/>
            <ac:picMkLst>
              <pc:docMk/>
              <pc:sldMasterMk cId="2507804819" sldId="2147483669"/>
              <pc:sldLayoutMk cId="90134314" sldId="2147483672"/>
              <ac:picMk id="11" creationId="{EB56F32B-3256-4A3D-9B6D-741C84CB7615}"/>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1033304173" sldId="2147483673"/>
          </pc:sldLayoutMkLst>
          <pc:spChg chg="add">
            <ac:chgData name="NIES HUI WEN" userId="3541b9e0-606d-4c51-a83e-60dbee75d3cd" providerId="ADAL" clId="{AC05A3CE-0BA2-4162-A159-C2680868289E}" dt="2024-09-30T13:53:57.180" v="0"/>
            <ac:spMkLst>
              <pc:docMk/>
              <pc:sldMasterMk cId="2507804819" sldId="2147483669"/>
              <pc:sldLayoutMk cId="1033304173" sldId="2147483673"/>
              <ac:spMk id="9" creationId="{824612FF-215D-1455-0A29-4DA035E00732}"/>
            </ac:spMkLst>
          </pc:spChg>
          <pc:grpChg chg="add">
            <ac:chgData name="NIES HUI WEN" userId="3541b9e0-606d-4c51-a83e-60dbee75d3cd" providerId="ADAL" clId="{AC05A3CE-0BA2-4162-A159-C2680868289E}" dt="2024-09-30T13:53:57.180" v="0"/>
            <ac:grpSpMkLst>
              <pc:docMk/>
              <pc:sldMasterMk cId="2507804819" sldId="2147483669"/>
              <pc:sldLayoutMk cId="1033304173" sldId="2147483673"/>
              <ac:grpSpMk id="11" creationId="{7FA76F66-4B53-683D-EF29-CA76581C7AE4}"/>
            </ac:grpSpMkLst>
          </pc:grpChg>
          <pc:picChg chg="add">
            <ac:chgData name="NIES HUI WEN" userId="3541b9e0-606d-4c51-a83e-60dbee75d3cd" providerId="ADAL" clId="{AC05A3CE-0BA2-4162-A159-C2680868289E}" dt="2024-09-30T13:53:57.180" v="0"/>
            <ac:picMkLst>
              <pc:docMk/>
              <pc:sldMasterMk cId="2507804819" sldId="2147483669"/>
              <pc:sldLayoutMk cId="1033304173" sldId="2147483673"/>
              <ac:picMk id="8" creationId="{378AACD3-B9C5-EC94-641B-AACEF830AAB1}"/>
            </ac:picMkLst>
          </pc:picChg>
          <pc:picChg chg="add">
            <ac:chgData name="NIES HUI WEN" userId="3541b9e0-606d-4c51-a83e-60dbee75d3cd" providerId="ADAL" clId="{AC05A3CE-0BA2-4162-A159-C2680868289E}" dt="2024-09-30T13:53:57.180" v="0"/>
            <ac:picMkLst>
              <pc:docMk/>
              <pc:sldMasterMk cId="2507804819" sldId="2147483669"/>
              <pc:sldLayoutMk cId="1033304173" sldId="2147483673"/>
              <ac:picMk id="10" creationId="{D58BB554-2971-B84E-E171-C746B5A106DB}"/>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3258285411" sldId="2147483674"/>
          </pc:sldLayoutMkLst>
          <pc:spChg chg="add">
            <ac:chgData name="NIES HUI WEN" userId="3541b9e0-606d-4c51-a83e-60dbee75d3cd" providerId="ADAL" clId="{AC05A3CE-0BA2-4162-A159-C2680868289E}" dt="2024-09-30T13:53:57.180" v="0"/>
            <ac:spMkLst>
              <pc:docMk/>
              <pc:sldMasterMk cId="2507804819" sldId="2147483669"/>
              <pc:sldLayoutMk cId="3258285411" sldId="2147483674"/>
              <ac:spMk id="12" creationId="{7C194ED7-3211-3BCE-192B-1EC552E1005C}"/>
            </ac:spMkLst>
          </pc:spChg>
          <pc:grpChg chg="add">
            <ac:chgData name="NIES HUI WEN" userId="3541b9e0-606d-4c51-a83e-60dbee75d3cd" providerId="ADAL" clId="{AC05A3CE-0BA2-4162-A159-C2680868289E}" dt="2024-09-30T13:53:57.180" v="0"/>
            <ac:grpSpMkLst>
              <pc:docMk/>
              <pc:sldMasterMk cId="2507804819" sldId="2147483669"/>
              <pc:sldLayoutMk cId="3258285411" sldId="2147483674"/>
              <ac:grpSpMk id="13" creationId="{73AEA566-EEB8-FDAA-56AD-5C79B901DFBC}"/>
            </ac:grpSpMkLst>
          </pc:grpChg>
          <pc:picChg chg="add">
            <ac:chgData name="NIES HUI WEN" userId="3541b9e0-606d-4c51-a83e-60dbee75d3cd" providerId="ADAL" clId="{AC05A3CE-0BA2-4162-A159-C2680868289E}" dt="2024-09-30T13:53:57.180" v="0"/>
            <ac:picMkLst>
              <pc:docMk/>
              <pc:sldMasterMk cId="2507804819" sldId="2147483669"/>
              <pc:sldLayoutMk cId="3258285411" sldId="2147483674"/>
              <ac:picMk id="10" creationId="{6ED1CEB5-FD5C-7EF2-D61F-9BC9DEA2A912}"/>
            </ac:picMkLst>
          </pc:picChg>
          <pc:picChg chg="add">
            <ac:chgData name="NIES HUI WEN" userId="3541b9e0-606d-4c51-a83e-60dbee75d3cd" providerId="ADAL" clId="{AC05A3CE-0BA2-4162-A159-C2680868289E}" dt="2024-09-30T13:53:57.180" v="0"/>
            <ac:picMkLst>
              <pc:docMk/>
              <pc:sldMasterMk cId="2507804819" sldId="2147483669"/>
              <pc:sldLayoutMk cId="3258285411" sldId="2147483674"/>
              <ac:picMk id="11" creationId="{313069CC-5790-EA17-C10D-442762AF5BD1}"/>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4092657487" sldId="2147483675"/>
          </pc:sldLayoutMkLst>
          <pc:grpChg chg="add">
            <ac:chgData name="NIES HUI WEN" userId="3541b9e0-606d-4c51-a83e-60dbee75d3cd" providerId="ADAL" clId="{AC05A3CE-0BA2-4162-A159-C2680868289E}" dt="2024-09-30T13:53:57.180" v="0"/>
            <ac:grpSpMkLst>
              <pc:docMk/>
              <pc:sldMasterMk cId="2507804819" sldId="2147483669"/>
              <pc:sldLayoutMk cId="4092657487" sldId="2147483675"/>
              <ac:grpSpMk id="7" creationId="{A2CB288F-34D7-E66A-05F3-371B8D8B5521}"/>
            </ac:grpSpMkLst>
          </pc:grpChg>
          <pc:grpChg chg="add">
            <ac:chgData name="NIES HUI WEN" userId="3541b9e0-606d-4c51-a83e-60dbee75d3cd" providerId="ADAL" clId="{AC05A3CE-0BA2-4162-A159-C2680868289E}" dt="2024-09-30T13:53:57.180" v="0"/>
            <ac:grpSpMkLst>
              <pc:docMk/>
              <pc:sldMasterMk cId="2507804819" sldId="2147483669"/>
              <pc:sldLayoutMk cId="4092657487" sldId="2147483675"/>
              <ac:grpSpMk id="11" creationId="{C11F8B0F-FB90-FF67-0095-D3FA03C8E079}"/>
            </ac:grpSpMkLst>
          </pc:grpChg>
          <pc:picChg chg="add">
            <ac:chgData name="NIES HUI WEN" userId="3541b9e0-606d-4c51-a83e-60dbee75d3cd" providerId="ADAL" clId="{AC05A3CE-0BA2-4162-A159-C2680868289E}" dt="2024-09-30T13:53:57.180" v="0"/>
            <ac:picMkLst>
              <pc:docMk/>
              <pc:sldMasterMk cId="2507804819" sldId="2147483669"/>
              <pc:sldLayoutMk cId="4092657487" sldId="2147483675"/>
              <ac:picMk id="6" creationId="{54C0BA34-8AC3-A2FB-23E4-2EFAC0EDC89C}"/>
            </ac:picMkLst>
          </pc:picChg>
          <pc:picChg chg="add">
            <ac:chgData name="NIES HUI WEN" userId="3541b9e0-606d-4c51-a83e-60dbee75d3cd" providerId="ADAL" clId="{AC05A3CE-0BA2-4162-A159-C2680868289E}" dt="2024-09-30T13:53:57.180" v="0"/>
            <ac:picMkLst>
              <pc:docMk/>
              <pc:sldMasterMk cId="2507804819" sldId="2147483669"/>
              <pc:sldLayoutMk cId="4092657487" sldId="2147483675"/>
              <ac:picMk id="10" creationId="{7D98C7F7-8A95-3DF2-7C2C-46F2024A25A6}"/>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4251481354" sldId="2147483676"/>
          </pc:sldLayoutMkLst>
          <pc:grpChg chg="add">
            <ac:chgData name="NIES HUI WEN" userId="3541b9e0-606d-4c51-a83e-60dbee75d3cd" providerId="ADAL" clId="{AC05A3CE-0BA2-4162-A159-C2680868289E}" dt="2024-09-30T13:53:57.180" v="0"/>
            <ac:grpSpMkLst>
              <pc:docMk/>
              <pc:sldMasterMk cId="2507804819" sldId="2147483669"/>
              <pc:sldLayoutMk cId="4251481354" sldId="2147483676"/>
              <ac:grpSpMk id="7" creationId="{25EA5D01-1F5B-0579-5357-F04B1C36DD41}"/>
            </ac:grpSpMkLst>
          </pc:grpChg>
          <pc:picChg chg="add">
            <ac:chgData name="NIES HUI WEN" userId="3541b9e0-606d-4c51-a83e-60dbee75d3cd" providerId="ADAL" clId="{AC05A3CE-0BA2-4162-A159-C2680868289E}" dt="2024-09-30T13:53:57.180" v="0"/>
            <ac:picMkLst>
              <pc:docMk/>
              <pc:sldMasterMk cId="2507804819" sldId="2147483669"/>
              <pc:sldLayoutMk cId="4251481354" sldId="2147483676"/>
              <ac:picMk id="5" creationId="{0E127744-5329-BE88-7600-67232968D226}"/>
            </ac:picMkLst>
          </pc:picChg>
          <pc:picChg chg="add">
            <ac:chgData name="NIES HUI WEN" userId="3541b9e0-606d-4c51-a83e-60dbee75d3cd" providerId="ADAL" clId="{AC05A3CE-0BA2-4162-A159-C2680868289E}" dt="2024-09-30T13:53:57.180" v="0"/>
            <ac:picMkLst>
              <pc:docMk/>
              <pc:sldMasterMk cId="2507804819" sldId="2147483669"/>
              <pc:sldLayoutMk cId="4251481354" sldId="2147483676"/>
              <ac:picMk id="6" creationId="{7BC529A7-6F6D-F573-7D88-D49196FC625D}"/>
            </ac:picMkLst>
          </pc:picChg>
        </pc:sldLayoutChg>
        <pc:sldLayoutChg chg="addSp">
          <pc:chgData name="NIES HUI WEN" userId="3541b9e0-606d-4c51-a83e-60dbee75d3cd" providerId="ADAL" clId="{AC05A3CE-0BA2-4162-A159-C2680868289E}" dt="2024-09-30T13:53:57.180" v="0"/>
          <pc:sldLayoutMkLst>
            <pc:docMk/>
            <pc:sldMasterMk cId="2507804819" sldId="2147483669"/>
            <pc:sldLayoutMk cId="1756889104" sldId="2147483677"/>
          </pc:sldLayoutMkLst>
          <pc:spChg chg="add">
            <ac:chgData name="NIES HUI WEN" userId="3541b9e0-606d-4c51-a83e-60dbee75d3cd" providerId="ADAL" clId="{AC05A3CE-0BA2-4162-A159-C2680868289E}" dt="2024-09-30T13:53:57.180" v="0"/>
            <ac:spMkLst>
              <pc:docMk/>
              <pc:sldMasterMk cId="2507804819" sldId="2147483669"/>
              <pc:sldLayoutMk cId="1756889104" sldId="2147483677"/>
              <ac:spMk id="9" creationId="{9913A959-2E15-60E8-2B8A-9496F0FA5F9A}"/>
            </ac:spMkLst>
          </pc:spChg>
          <pc:spChg chg="add">
            <ac:chgData name="NIES HUI WEN" userId="3541b9e0-606d-4c51-a83e-60dbee75d3cd" providerId="ADAL" clId="{AC05A3CE-0BA2-4162-A159-C2680868289E}" dt="2024-09-30T13:53:57.180" v="0"/>
            <ac:spMkLst>
              <pc:docMk/>
              <pc:sldMasterMk cId="2507804819" sldId="2147483669"/>
              <pc:sldLayoutMk cId="1756889104" sldId="2147483677"/>
              <ac:spMk id="11" creationId="{790501B7-0232-8FF3-5CCC-91E5E5991F04}"/>
            </ac:spMkLst>
          </pc:spChg>
          <pc:grpChg chg="add">
            <ac:chgData name="NIES HUI WEN" userId="3541b9e0-606d-4c51-a83e-60dbee75d3cd" providerId="ADAL" clId="{AC05A3CE-0BA2-4162-A159-C2680868289E}" dt="2024-09-30T13:53:57.180" v="0"/>
            <ac:grpSpMkLst>
              <pc:docMk/>
              <pc:sldMasterMk cId="2507804819" sldId="2147483669"/>
              <pc:sldLayoutMk cId="1756889104" sldId="2147483677"/>
              <ac:grpSpMk id="12" creationId="{113E9740-171A-A412-EDDD-D2EA45FAF069}"/>
            </ac:grpSpMkLst>
          </pc:grpChg>
          <pc:picChg chg="add">
            <ac:chgData name="NIES HUI WEN" userId="3541b9e0-606d-4c51-a83e-60dbee75d3cd" providerId="ADAL" clId="{AC05A3CE-0BA2-4162-A159-C2680868289E}" dt="2024-09-30T13:53:57.180" v="0"/>
            <ac:picMkLst>
              <pc:docMk/>
              <pc:sldMasterMk cId="2507804819" sldId="2147483669"/>
              <pc:sldLayoutMk cId="1756889104" sldId="2147483677"/>
              <ac:picMk id="8" creationId="{69FB81E8-EA2C-506A-10FA-7D803AD901B3}"/>
            </ac:picMkLst>
          </pc:picChg>
          <pc:picChg chg="add">
            <ac:chgData name="NIES HUI WEN" userId="3541b9e0-606d-4c51-a83e-60dbee75d3cd" providerId="ADAL" clId="{AC05A3CE-0BA2-4162-A159-C2680868289E}" dt="2024-09-30T13:53:57.180" v="0"/>
            <ac:picMkLst>
              <pc:docMk/>
              <pc:sldMasterMk cId="2507804819" sldId="2147483669"/>
              <pc:sldLayoutMk cId="1756889104" sldId="2147483677"/>
              <ac:picMk id="10" creationId="{0B3C8A88-2471-C32B-3097-5E95BE8B6096}"/>
            </ac:picMkLst>
          </pc:picChg>
        </pc:sldLayoutChg>
      </pc:sldMaster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1T15:04:23.177"/>
    </inkml:context>
    <inkml:brush xml:id="br0">
      <inkml:brushProperty name="width" value="0.05" units="cm"/>
      <inkml:brushProperty name="height" value="0.05" units="cm"/>
    </inkml:brush>
  </inkml:definitions>
  <inkml:trace contextRef="#ctx0" brushRef="#br0">574 1 24575,'60'27'0,"-32"-16"0,38 27 0,-45-26 0,4 7 0,-7-7 0,21 22 0,-24-18 0,16 14 0,-21-20 0,-4 0 0,3-4 0,-8 3 0,8-3 0,-8 9 0,8-4 0,-3 4 0,0-4 0,3-1 0,-8 0 0,8 5 0,-8-4 0,4 9 0,0-4 0,-4 0 0,3-1 0,-4-5 0,0 5 0,0-3 0,0 3 0,0-5 0,0 5 0,0 1 0,0 5 0,-4-5 0,2 3 0,-8 6 0,4-2 0,-6 6 0,2-13 0,-1 3 0,5-3 0,-3 5 0,3 0 0,-4-5 0,-1-1 0,-4 0 0,8-4 0,-11 9 0,11-9 0,-13 9 0,4-4 0,-1 0 0,-18 19 0,15-20 0,-16 20 0,15-23 0,0 2 0,0 1 0,0-3 0,-8 10 0,-2-9 0,-30 29 0,16-23 0,-15 23 0,29-33 0,-22 19 0,26-24 0,-26 18 0,30-16 0,-6 6 0,13-2 0,-4-4 0,8 3 0,-3-3 0,-8 5 0,9-5 0,-9 4 0,12-8 0,1 2 0,4 1 0,1-4 0,5 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1T15:04:24.328"/>
    </inkml:context>
    <inkml:brush xml:id="br0">
      <inkml:brushProperty name="width" value="0.05" units="cm"/>
      <inkml:brushProperty name="height" value="0.05" units="cm"/>
    </inkml:brush>
  </inkml:definitions>
  <inkml:trace contextRef="#ctx0" brushRef="#br0">0 0 24575,'6'17'0,"-2"10"0,-4-8 0,0 10 0,0-9 0,0 1 0,0 0 0,0 0 0,0-5 0,0 3 0,0-7 0,0 3 0,0 0 0,0 1 0,0 0 0,0-1 0,0-5 0,0 0 0,0 1 0,0-1 0,0 0 0,0 0 0,0 1 0,0-1 0,0 0 0,0 0 0,5 1 0,-4-1 0,4 0 0,-1 1 0,-3-1 0,4 0 0,-1 0 0,-2 5 0,7-3 0,-8 3 0,8-5 0,-3-4 0,4-2 0,29-4 0,-9 0 0,17-4 0,6-2 0,28-7 0,-28 7 0,2-1-414,5-3 1,-1 0 413,38-2 0,-35 5 0,-1 1 0,32-4 0,-5 2 0,-37 6 0,-7-6 0,-28 8 0,-6 0 0,-5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1T15:04:28.360"/>
    </inkml:context>
    <inkml:brush xml:id="br0">
      <inkml:brushProperty name="width" value="0.05" units="cm"/>
      <inkml:brushProperty name="height" value="0.05" units="cm"/>
    </inkml:brush>
  </inkml:definitions>
  <inkml:trace contextRef="#ctx0" brushRef="#br0">1455 0 24575,'10'0'0,"0"5"0,1 1 0,16 20 0,1-4 0,16 13 0,-13-11 0,7 2 0,-15-5 0,6 3 0,-9-4 0,-4 1 0,4 0 0,-9-5 0,4 3 0,-4-7 0,-6 3 0,4 0 0,-7 1 0,7 5 0,-8-5 0,8 3 0,-8-7 0,4 16 0,-5-10 0,0 11 0,0-8 0,0-1 0,0 1 0,-6 8 0,0-6 0,-6 6 0,-6 0 0,-1 2 0,-5 0 0,-15 14 0,12-12 0,-18 7 0,4 5 0,-16-10 0,7 5 0,-5-9 0,-6 13 0,1-9-314,14-4 0,-3-1 314,-28 2 0,3 11 0,27-32 0,10 12 0,5-14 0,-7 10 0,-1-6 0,-30 4 0,23-3 0,-39 5 0,43-5 0,-27 4 628,26-5-628,-26 5 0,-4 9 0,12-8 0,-8 8 0,30-14 0,0 0 0,9-1 0,2-5 0,0 3 0,10-4 0,-4 1 0,12 2 0,1-8 0,4 4 0,1-5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01T15:04:29.560"/>
    </inkml:context>
    <inkml:brush xml:id="br0">
      <inkml:brushProperty name="width" value="0.05" units="cm"/>
      <inkml:brushProperty name="height" value="0.05" units="cm"/>
    </inkml:brush>
  </inkml:definitions>
  <inkml:trace contextRef="#ctx0" brushRef="#br0">130 0 24575,'0'10'0,"-6"14"0,4-6 0,-8 15 0,4-11 0,0 4 0,-4 3 0,4-7 0,-6 8 0,0-1 0,1-7 0,0 7 0,5-12 0,1-3 0,1-3 0,2-1 0,-2 0 0,4 1 0,-5-1 0,4 0 0,-4 0 0,1-4 0,3 3 0,0-8 0,20 4 0,38-15 0,5 8 0,-4-3 0,4 0 0,34 5 0,-29 0 0,10 0 0,-4 0-1153,8 0 0,0 0 1153,-7 0 0,4 0 0,-6 0 0,2 0 0,-6 0 0,-4 0 0,-5 0 0,10 0 0,-18 0 0,-42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1T15:12:53.25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0 1,'52'0,"-15"4,-1-3,-9 4,12 1,1-5,17 11,-22-11,7 5,-27-6,-5 0,10 0,-8 0,12 0,-12 0,7 0,6 0,-2 0,14 0,-6 0,0 0,7 0,-15 0,6 0,-8 0,-1 0,1 0,0 0,-5 0,3 0,-7 0,7 0,-3 0,0 0,4 0,-4 0,0 0,3 0,-2 0,12 0,-7 0,16 0,-15 0,6 0,-8 0,-5 0,3 0,-3 0,5 0,0 0,-1 0,10 0,-8 0,16 0,-15 0,14 0,-14 0,14 0,-6 6,9-5,-9 5,-2-6,0 0,-6 0,6 0,-13 0,-1 0,0 0,1 0,0 0,3 0,15 0,-9 0,13 0,-22 0,-1 0,13 0,-13 0,27 0,-24-4,7 2,-10-2,-5 4,1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4-12-01T15:12:56.11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62,'77'-14,"-23"2,29 3,-14-5,24 11,-20-6,-31 9,-19 0,-17 4,-1 16,-5-2,0 12,0-14,0-1,-5 0,-10-4,2-1,-11-5,12-5,-16 0,10 0,-20 0,7-6,-9 5,0-11,1 4,-1-5,0 6,0-5,9 10,11-8,6 9,54-13,-25 12,38-8,-32 10,4 5,-3-4,-1 3,-6 1,-5 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A509BF-53EE-4D84-844F-BEC1430829BC}" type="datetimeFigureOut">
              <a:rPr lang="en-US" smtClean="0"/>
              <a:t>12/2/24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2B6879-5321-45FF-A6AE-E6B1BB62CBAD}" type="slidenum">
              <a:rPr lang="en-US" smtClean="0"/>
              <a:t>‹#›</a:t>
            </a:fld>
            <a:endParaRPr lang="en-US"/>
          </a:p>
        </p:txBody>
      </p:sp>
    </p:spTree>
    <p:extLst>
      <p:ext uri="{BB962C8B-B14F-4D97-AF65-F5344CB8AC3E}">
        <p14:creationId xmlns:p14="http://schemas.microsoft.com/office/powerpoint/2010/main" val="33817419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92B6879-5321-45FF-A6AE-E6B1BB62CBAD}" type="slidenum">
              <a:rPr lang="en-US" smtClean="0"/>
              <a:t>8</a:t>
            </a:fld>
            <a:endParaRPr lang="en-US"/>
          </a:p>
        </p:txBody>
      </p:sp>
    </p:spTree>
    <p:extLst>
      <p:ext uri="{BB962C8B-B14F-4D97-AF65-F5344CB8AC3E}">
        <p14:creationId xmlns:p14="http://schemas.microsoft.com/office/powerpoint/2010/main" val="40523337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sz="3000" b="1" i="0" u="none" strike="noStrike" dirty="0">
                <a:solidFill>
                  <a:srgbClr val="000000"/>
                </a:solidFill>
                <a:effectLst/>
              </a:rPr>
              <a:t>Superclass</a:t>
            </a:r>
            <a:r>
              <a:rPr lang="en-US" sz="3000" b="0" i="0" u="none" strike="noStrike" dirty="0">
                <a:solidFill>
                  <a:srgbClr val="000000"/>
                </a:solidFill>
                <a:effectLst/>
              </a:rPr>
              <a:t>: Vehicles</a:t>
            </a:r>
          </a:p>
          <a:p>
            <a:pPr marL="742950" lvl="1" indent="-285750" algn="l">
              <a:buFont typeface="Arial" panose="020B0604020202020204" pitchFamily="34" charset="0"/>
              <a:buChar char="•"/>
            </a:pPr>
            <a:r>
              <a:rPr lang="en-US" sz="3000" b="0" i="0" u="none" strike="noStrike" dirty="0">
                <a:solidFill>
                  <a:srgbClr val="000000"/>
                </a:solidFill>
                <a:effectLst/>
              </a:rPr>
              <a:t>Includes all kinds of vehicles (e.g., Cars, Trucks, Bikes).</a:t>
            </a:r>
          </a:p>
          <a:p>
            <a:pPr algn="l">
              <a:buFont typeface="Arial" panose="020B0604020202020204" pitchFamily="34" charset="0"/>
              <a:buChar char="•"/>
            </a:pPr>
            <a:r>
              <a:rPr lang="en-US" sz="3000" b="1" i="0" u="none" strike="noStrike" dirty="0">
                <a:solidFill>
                  <a:srgbClr val="000000"/>
                </a:solidFill>
                <a:effectLst/>
              </a:rPr>
              <a:t>Subclasses</a:t>
            </a:r>
            <a:r>
              <a:rPr lang="en-US" sz="3000" b="0" i="0" u="none" strike="noStrike" dirty="0">
                <a:solidFill>
                  <a:srgbClr val="000000"/>
                </a:solidFill>
                <a:effectLst/>
              </a:rPr>
              <a:t>:</a:t>
            </a:r>
          </a:p>
          <a:p>
            <a:pPr marL="742950" lvl="1" indent="-285750" algn="l">
              <a:buFont typeface="Arial" panose="020B0604020202020204" pitchFamily="34" charset="0"/>
              <a:buChar char="•"/>
            </a:pPr>
            <a:r>
              <a:rPr lang="en-US" sz="3000" b="0" i="0" u="none" strike="noStrike" dirty="0">
                <a:solidFill>
                  <a:srgbClr val="000000"/>
                </a:solidFill>
                <a:effectLst/>
              </a:rPr>
              <a:t>Cars</a:t>
            </a:r>
          </a:p>
          <a:p>
            <a:pPr marL="742950" lvl="1" indent="-285750" algn="l">
              <a:buFont typeface="Arial" panose="020B0604020202020204" pitchFamily="34" charset="0"/>
              <a:buChar char="•"/>
            </a:pPr>
            <a:r>
              <a:rPr lang="en-US" sz="3000" b="0" i="0" u="none" strike="noStrike" dirty="0">
                <a:solidFill>
                  <a:srgbClr val="000000"/>
                </a:solidFill>
                <a:effectLst/>
              </a:rPr>
              <a:t>Trucks</a:t>
            </a:r>
          </a:p>
          <a:p>
            <a:pPr algn="l"/>
            <a:endParaRPr lang="en-US" sz="3000" b="0" i="0" u="none" strike="noStrike" dirty="0">
              <a:solidFill>
                <a:srgbClr val="000000"/>
              </a:solidFill>
              <a:effectLst/>
            </a:endParaRPr>
          </a:p>
          <a:p>
            <a:pPr algn="l"/>
            <a:r>
              <a:rPr lang="en-US" sz="3000" b="0" i="0" u="none" strike="noStrike" dirty="0">
                <a:solidFill>
                  <a:srgbClr val="000000"/>
                </a:solidFill>
                <a:effectLst/>
              </a:rPr>
              <a:t>In this case:</a:t>
            </a:r>
          </a:p>
          <a:p>
            <a:pPr algn="l">
              <a:buFont typeface="Arial" panose="020B0604020202020204" pitchFamily="34" charset="0"/>
              <a:buChar char="•"/>
            </a:pPr>
            <a:r>
              <a:rPr lang="en-US" sz="3000" b="0" i="0" u="none" strike="noStrike" dirty="0">
                <a:solidFill>
                  <a:srgbClr val="000000"/>
                </a:solidFill>
                <a:effectLst/>
              </a:rPr>
              <a:t>Every </a:t>
            </a:r>
            <a:r>
              <a:rPr lang="en-US" sz="3000" b="1" i="0" u="none" strike="noStrike" dirty="0">
                <a:solidFill>
                  <a:srgbClr val="000000"/>
                </a:solidFill>
                <a:effectLst/>
              </a:rPr>
              <a:t>Car</a:t>
            </a:r>
            <a:r>
              <a:rPr lang="en-US" sz="3000" b="0" i="0" u="none" strike="noStrike" dirty="0">
                <a:solidFill>
                  <a:srgbClr val="000000"/>
                </a:solidFill>
                <a:effectLst/>
              </a:rPr>
              <a:t> or </a:t>
            </a:r>
            <a:r>
              <a:rPr lang="en-US" sz="3000" b="1" i="0" u="none" strike="noStrike" dirty="0">
                <a:solidFill>
                  <a:srgbClr val="000000"/>
                </a:solidFill>
                <a:effectLst/>
              </a:rPr>
              <a:t>Truck</a:t>
            </a:r>
            <a:r>
              <a:rPr lang="en-US" sz="3000" b="0" i="0" u="none" strike="noStrike" dirty="0">
                <a:solidFill>
                  <a:srgbClr val="000000"/>
                </a:solidFill>
                <a:effectLst/>
              </a:rPr>
              <a:t> is a </a:t>
            </a:r>
            <a:r>
              <a:rPr lang="en-US" sz="3000" b="1" i="0" u="none" strike="noStrike" dirty="0">
                <a:solidFill>
                  <a:srgbClr val="000000"/>
                </a:solidFill>
                <a:effectLst/>
              </a:rPr>
              <a:t>Vehicle</a:t>
            </a:r>
            <a:r>
              <a:rPr lang="en-US" sz="3000" b="0" i="0" u="none" strike="noStrike" dirty="0">
                <a:solidFill>
                  <a:srgbClr val="000000"/>
                </a:solidFill>
                <a:effectLst/>
              </a:rPr>
              <a:t> (one-to-one relationship).</a:t>
            </a:r>
          </a:p>
          <a:p>
            <a:pPr algn="l">
              <a:buFont typeface="Arial" panose="020B0604020202020204" pitchFamily="34" charset="0"/>
              <a:buChar char="•"/>
            </a:pPr>
            <a:r>
              <a:rPr lang="en-US" sz="3000" b="0" i="0" u="none" strike="noStrike" dirty="0">
                <a:solidFill>
                  <a:srgbClr val="000000"/>
                </a:solidFill>
                <a:effectLst/>
              </a:rPr>
              <a:t>But some </a:t>
            </a:r>
            <a:r>
              <a:rPr lang="en-US" sz="3000" b="1" i="0" u="none" strike="noStrike" dirty="0">
                <a:solidFill>
                  <a:srgbClr val="000000"/>
                </a:solidFill>
                <a:effectLst/>
              </a:rPr>
              <a:t>Vehicles</a:t>
            </a:r>
            <a:r>
              <a:rPr lang="en-US" sz="3000" b="0" i="0" u="none" strike="noStrike" dirty="0">
                <a:solidFill>
                  <a:srgbClr val="000000"/>
                </a:solidFill>
                <a:effectLst/>
              </a:rPr>
              <a:t> (like a Bicycle) might not fit into the </a:t>
            </a:r>
            <a:r>
              <a:rPr lang="en-US" sz="3000" b="1" i="0" u="none" strike="noStrike" dirty="0">
                <a:solidFill>
                  <a:srgbClr val="000000"/>
                </a:solidFill>
                <a:effectLst/>
              </a:rPr>
              <a:t>Car</a:t>
            </a:r>
            <a:r>
              <a:rPr lang="en-US" sz="3000" b="0" i="0" u="none" strike="noStrike" dirty="0">
                <a:solidFill>
                  <a:srgbClr val="000000"/>
                </a:solidFill>
                <a:effectLst/>
              </a:rPr>
              <a:t> or </a:t>
            </a:r>
            <a:r>
              <a:rPr lang="en-US" sz="3000" b="1" i="0" u="none" strike="noStrike" dirty="0">
                <a:solidFill>
                  <a:srgbClr val="000000"/>
                </a:solidFill>
                <a:effectLst/>
              </a:rPr>
              <a:t>Truck</a:t>
            </a:r>
            <a:r>
              <a:rPr lang="en-US" sz="3000" b="0" i="0" u="none" strike="noStrike" dirty="0">
                <a:solidFill>
                  <a:srgbClr val="000000"/>
                </a:solidFill>
                <a:effectLst/>
              </a:rPr>
              <a:t> subclass—they still belong to the </a:t>
            </a:r>
            <a:r>
              <a:rPr lang="en-US" sz="3000" b="1" i="0" u="none" strike="noStrike" dirty="0">
                <a:solidFill>
                  <a:srgbClr val="000000"/>
                </a:solidFill>
                <a:effectLst/>
              </a:rPr>
              <a:t>Vehicle </a:t>
            </a:r>
            <a:r>
              <a:rPr lang="en-US" sz="3000" b="0" i="0" u="none" strike="noStrike" dirty="0">
                <a:solidFill>
                  <a:srgbClr val="000000"/>
                </a:solidFill>
                <a:effectLst/>
              </a:rPr>
              <a:t>superclass, but not any subclass.</a:t>
            </a:r>
          </a:p>
          <a:p>
            <a:pPr algn="l">
              <a:buFont typeface="Arial" panose="020B0604020202020204" pitchFamily="34" charset="0"/>
              <a:buChar char="•"/>
            </a:pPr>
            <a:endParaRPr lang="en-US" sz="3000" b="0" i="0" u="none" strike="noStrike" dirty="0">
              <a:solidFill>
                <a:srgbClr val="000000"/>
              </a:solidFill>
              <a:effectLst/>
            </a:endParaRPr>
          </a:p>
          <a:p>
            <a:pPr algn="l"/>
            <a:r>
              <a:rPr lang="en-US" sz="3000" b="1" i="0" u="none" strike="noStrike" dirty="0">
                <a:solidFill>
                  <a:srgbClr val="000000"/>
                </a:solidFill>
                <a:effectLst/>
              </a:rPr>
              <a:t>Superclass: Person</a:t>
            </a:r>
          </a:p>
          <a:p>
            <a:pPr algn="l"/>
            <a:r>
              <a:rPr lang="en-US" sz="3000" b="0" i="0" u="none" strike="noStrike" dirty="0">
                <a:solidFill>
                  <a:srgbClr val="000000"/>
                </a:solidFill>
                <a:effectLst/>
              </a:rPr>
              <a:t>Represents all people in a system.</a:t>
            </a:r>
          </a:p>
          <a:p>
            <a:pPr algn="l"/>
            <a:r>
              <a:rPr lang="en-US" sz="3000" b="1" i="0" u="none" strike="noStrike" dirty="0">
                <a:solidFill>
                  <a:srgbClr val="000000"/>
                </a:solidFill>
                <a:effectLst/>
              </a:rPr>
              <a:t>Subclasses:</a:t>
            </a:r>
          </a:p>
          <a:p>
            <a:pPr algn="l">
              <a:buFont typeface="+mj-lt"/>
              <a:buAutoNum type="arabicPeriod"/>
            </a:pPr>
            <a:r>
              <a:rPr lang="en-US" sz="3000" b="1" i="0" u="none" strike="noStrike" dirty="0">
                <a:solidFill>
                  <a:srgbClr val="000000"/>
                </a:solidFill>
                <a:effectLst/>
              </a:rPr>
              <a:t>Student</a:t>
            </a:r>
            <a:r>
              <a:rPr lang="en-US" sz="3000" b="0" i="0" u="none" strike="noStrike" dirty="0">
                <a:solidFill>
                  <a:srgbClr val="000000"/>
                </a:solidFill>
                <a:effectLst/>
              </a:rPr>
              <a:t>: People currently studying in an institution.</a:t>
            </a:r>
          </a:p>
          <a:p>
            <a:pPr algn="l">
              <a:buFont typeface="+mj-lt"/>
              <a:buAutoNum type="arabicPeriod"/>
            </a:pPr>
            <a:r>
              <a:rPr lang="en-US" sz="3000" b="1" i="0" u="none" strike="noStrike" dirty="0">
                <a:solidFill>
                  <a:srgbClr val="000000"/>
                </a:solidFill>
                <a:effectLst/>
              </a:rPr>
              <a:t>Teacher</a:t>
            </a:r>
            <a:r>
              <a:rPr lang="en-US" sz="3000" b="0" i="0" u="none" strike="noStrike" dirty="0">
                <a:solidFill>
                  <a:srgbClr val="000000"/>
                </a:solidFill>
                <a:effectLst/>
              </a:rPr>
              <a:t>: People who are teaching in the same institution.</a:t>
            </a:r>
          </a:p>
          <a:p>
            <a:pPr algn="l">
              <a:buFont typeface="Arial" panose="020B0604020202020204" pitchFamily="34" charset="0"/>
              <a:buNone/>
            </a:pPr>
            <a:endParaRPr lang="en-US" sz="3000" b="0" i="0" u="none" strike="noStrike"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3000" dirty="0"/>
              <a:t>Every </a:t>
            </a:r>
            <a:r>
              <a:rPr lang="en-US" sz="3000" b="1" dirty="0"/>
              <a:t>Student</a:t>
            </a:r>
            <a:r>
              <a:rPr lang="en-US" sz="3000" dirty="0"/>
              <a:t> or </a:t>
            </a:r>
            <a:r>
              <a:rPr lang="en-US" sz="3000" b="1" dirty="0"/>
              <a:t>Teacher</a:t>
            </a:r>
            <a:r>
              <a:rPr lang="en-US" sz="3000" dirty="0"/>
              <a:t> is a </a:t>
            </a:r>
            <a:r>
              <a:rPr lang="en-US" sz="3000" b="1" dirty="0"/>
              <a:t>Person</a:t>
            </a:r>
            <a:r>
              <a:rPr lang="en-US" sz="3000" dirty="0"/>
              <a:t> (one-to-one relationship between a subclass member and the superclass).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000" dirty="0"/>
              <a:t>However, not every </a:t>
            </a:r>
            <a:r>
              <a:rPr lang="en-US" sz="3000" b="1" dirty="0"/>
              <a:t>Person</a:t>
            </a:r>
            <a:r>
              <a:rPr lang="en-US" sz="3000" dirty="0"/>
              <a:t> is necessarily a </a:t>
            </a:r>
            <a:r>
              <a:rPr lang="en-US" sz="3000" b="1" dirty="0"/>
              <a:t>Student</a:t>
            </a:r>
            <a:r>
              <a:rPr lang="en-US" sz="3000" dirty="0"/>
              <a:t> or a </a:t>
            </a:r>
            <a:r>
              <a:rPr lang="en-US" sz="3000" b="1" dirty="0"/>
              <a:t>Teacher</a:t>
            </a:r>
            <a:r>
              <a:rPr lang="en-US" sz="3000"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3000" dirty="0"/>
              <a:t>For instance: A </a:t>
            </a:r>
            <a:r>
              <a:rPr lang="en-US" sz="3000" b="1" dirty="0"/>
              <a:t>Janitor</a:t>
            </a:r>
            <a:r>
              <a:rPr lang="en-US" sz="3000" dirty="0"/>
              <a:t> or </a:t>
            </a:r>
            <a:r>
              <a:rPr lang="en-US" sz="3000" b="1" dirty="0"/>
              <a:t>Visitor</a:t>
            </a:r>
            <a:r>
              <a:rPr lang="en-US" sz="3000" dirty="0"/>
              <a:t> is still a </a:t>
            </a:r>
            <a:r>
              <a:rPr lang="en-US" sz="3000" b="1" dirty="0"/>
              <a:t>Person</a:t>
            </a:r>
            <a:r>
              <a:rPr lang="en-US" sz="3000" dirty="0"/>
              <a:t>, but they don’t belong to the </a:t>
            </a:r>
            <a:r>
              <a:rPr lang="en-US" sz="3000" b="1" dirty="0"/>
              <a:t>Student</a:t>
            </a:r>
            <a:r>
              <a:rPr lang="en-US" sz="3000" dirty="0"/>
              <a:t> or </a:t>
            </a:r>
            <a:r>
              <a:rPr lang="en-US" sz="3000" b="1" dirty="0"/>
              <a:t>Teacher</a:t>
            </a:r>
            <a:r>
              <a:rPr lang="en-US" sz="3000" dirty="0"/>
              <a:t> subclass.</a:t>
            </a:r>
          </a:p>
          <a:p>
            <a:endParaRPr lang="en-US" sz="2000" dirty="0"/>
          </a:p>
        </p:txBody>
      </p:sp>
      <p:sp>
        <p:nvSpPr>
          <p:cNvPr id="4" name="Slide Number Placeholder 3"/>
          <p:cNvSpPr>
            <a:spLocks noGrp="1"/>
          </p:cNvSpPr>
          <p:nvPr>
            <p:ph type="sldNum" sz="quarter" idx="5"/>
          </p:nvPr>
        </p:nvSpPr>
        <p:spPr/>
        <p:txBody>
          <a:bodyPr/>
          <a:lstStyle/>
          <a:p>
            <a:fld id="{092B6879-5321-45FF-A6AE-E6B1BB62CBAD}" type="slidenum">
              <a:rPr lang="en-US" smtClean="0"/>
              <a:t>9</a:t>
            </a:fld>
            <a:endParaRPr lang="en-US"/>
          </a:p>
        </p:txBody>
      </p:sp>
    </p:spTree>
    <p:extLst>
      <p:ext uri="{BB962C8B-B14F-4D97-AF65-F5344CB8AC3E}">
        <p14:creationId xmlns:p14="http://schemas.microsoft.com/office/powerpoint/2010/main" val="603323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Example:</a:t>
            </a:r>
          </a:p>
          <a:p>
            <a:pPr algn="l"/>
            <a:r>
              <a:rPr lang="en-US" b="1" i="0" u="none" strike="noStrike" dirty="0">
                <a:solidFill>
                  <a:srgbClr val="000000"/>
                </a:solidFill>
                <a:effectLst/>
              </a:rPr>
              <a:t>Superclass</a:t>
            </a:r>
            <a:r>
              <a:rPr lang="en-US" b="0" i="0" u="none" strike="noStrike" dirty="0">
                <a:solidFill>
                  <a:srgbClr val="000000"/>
                </a:solidFill>
                <a:effectLst/>
              </a:rPr>
              <a:t>: </a:t>
            </a:r>
            <a:r>
              <a:rPr lang="en-US" b="1" i="0" u="none" strike="noStrike" dirty="0">
                <a:solidFill>
                  <a:srgbClr val="000000"/>
                </a:solidFill>
                <a:effectLst/>
              </a:rPr>
              <a:t>Vehicle</a:t>
            </a:r>
            <a:endParaRPr lang="en-US" b="0" i="0" u="none" strike="noStrike" dirty="0">
              <a:solidFill>
                <a:srgbClr val="000000"/>
              </a:solidFill>
              <a:effectLst/>
            </a:endParaRPr>
          </a:p>
          <a:p>
            <a:pPr algn="l">
              <a:buFont typeface="Arial" panose="020B0604020202020204" pitchFamily="34" charset="0"/>
              <a:buChar char="•"/>
            </a:pPr>
            <a:r>
              <a:rPr lang="en-US" b="0" i="0" u="none" strike="noStrike" dirty="0">
                <a:solidFill>
                  <a:srgbClr val="000000"/>
                </a:solidFill>
                <a:effectLst/>
              </a:rPr>
              <a:t>Attributes: Make, Model, Year</a:t>
            </a:r>
          </a:p>
          <a:p>
            <a:pPr algn="l"/>
            <a:r>
              <a:rPr lang="en-US" b="1" i="0" u="none" strike="noStrike" dirty="0">
                <a:solidFill>
                  <a:srgbClr val="000000"/>
                </a:solidFill>
                <a:effectLst/>
              </a:rPr>
              <a:t>Subclasses</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Car</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Inherits: Make, Model, Year</a:t>
            </a:r>
          </a:p>
          <a:p>
            <a:pPr marL="742950" lvl="1" indent="-285750" algn="l">
              <a:buFont typeface="+mj-lt"/>
              <a:buAutoNum type="arabicPeriod"/>
            </a:pPr>
            <a:r>
              <a:rPr lang="en-US" b="0" i="0" u="none" strike="noStrike" dirty="0">
                <a:solidFill>
                  <a:srgbClr val="000000"/>
                </a:solidFill>
                <a:effectLst/>
              </a:rPr>
              <a:t>Unique Attribute: Number of Seats</a:t>
            </a:r>
          </a:p>
          <a:p>
            <a:pPr algn="l">
              <a:buFont typeface="+mj-lt"/>
              <a:buAutoNum type="arabicPeriod"/>
            </a:pPr>
            <a:r>
              <a:rPr lang="en-US" b="1" i="0" u="none" strike="noStrike" dirty="0">
                <a:solidFill>
                  <a:srgbClr val="000000"/>
                </a:solidFill>
                <a:effectLst/>
              </a:rPr>
              <a:t>Truck</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Inherits: Make, Model, Year</a:t>
            </a:r>
          </a:p>
          <a:p>
            <a:pPr marL="742950" lvl="1" indent="-285750" algn="l">
              <a:buFont typeface="+mj-lt"/>
              <a:buAutoNum type="arabicPeriod"/>
            </a:pPr>
            <a:r>
              <a:rPr lang="en-US" b="0" i="0" u="none" strike="noStrike" dirty="0">
                <a:solidFill>
                  <a:srgbClr val="000000"/>
                </a:solidFill>
                <a:effectLst/>
              </a:rPr>
              <a:t>Unique Attribute: Cargo Capacity</a:t>
            </a:r>
          </a:p>
          <a:p>
            <a:pPr algn="l">
              <a:buFont typeface="+mj-lt"/>
              <a:buAutoNum type="arabicPeriod"/>
            </a:pPr>
            <a:r>
              <a:rPr lang="en-US" b="1" i="0" u="none" strike="noStrike" dirty="0">
                <a:solidFill>
                  <a:srgbClr val="000000"/>
                </a:solidFill>
                <a:effectLst/>
              </a:rPr>
              <a:t>Motorcycle</a:t>
            </a:r>
            <a:endParaRPr lang="en-US" b="0" i="0" u="none" strike="noStrike" dirty="0">
              <a:solidFill>
                <a:srgbClr val="000000"/>
              </a:solidFill>
              <a:effectLst/>
            </a:endParaRPr>
          </a:p>
          <a:p>
            <a:pPr marL="742950" lvl="1" indent="-285750" algn="l">
              <a:buFont typeface="+mj-lt"/>
              <a:buAutoNum type="arabicPeriod"/>
            </a:pPr>
            <a:r>
              <a:rPr lang="en-US" b="0" i="0" u="none" strike="noStrike" dirty="0">
                <a:solidFill>
                  <a:srgbClr val="000000"/>
                </a:solidFill>
                <a:effectLst/>
              </a:rPr>
              <a:t>Inherits: Make, Model, Year</a:t>
            </a:r>
          </a:p>
          <a:p>
            <a:pPr marL="742950" lvl="1" indent="-285750" algn="l">
              <a:buFont typeface="+mj-lt"/>
              <a:buAutoNum type="arabicPeriod"/>
            </a:pPr>
            <a:r>
              <a:rPr lang="en-US" b="0" i="0" u="none" strike="noStrike" dirty="0">
                <a:solidFill>
                  <a:srgbClr val="000000"/>
                </a:solidFill>
                <a:effectLst/>
              </a:rPr>
              <a:t>Unique Attribute: Type of Handlebars</a:t>
            </a:r>
          </a:p>
          <a:p>
            <a:endParaRPr lang="en-US" dirty="0">
              <a:uFillTx/>
            </a:endParaRPr>
          </a:p>
          <a:p>
            <a:r>
              <a:rPr lang="en-US" b="1" dirty="0"/>
              <a:t>All vehicles</a:t>
            </a:r>
            <a:r>
              <a:rPr lang="en-US" dirty="0"/>
              <a:t> share the attributes </a:t>
            </a:r>
            <a:r>
              <a:rPr lang="en-US" b="1" dirty="0"/>
              <a:t>Make, Model, Year</a:t>
            </a:r>
            <a:r>
              <a:rPr lang="en-US" dirty="0"/>
              <a:t> (inherited from the superclass).</a:t>
            </a:r>
          </a:p>
          <a:p>
            <a:r>
              <a:rPr lang="en-US" dirty="0"/>
              <a:t>Each specific type of vehicle (</a:t>
            </a:r>
            <a:r>
              <a:rPr lang="en-US" b="1" dirty="0"/>
              <a:t>Car</a:t>
            </a:r>
            <a:r>
              <a:rPr lang="en-US" dirty="0"/>
              <a:t>, </a:t>
            </a:r>
            <a:r>
              <a:rPr lang="en-US" b="1" dirty="0"/>
              <a:t>Truck</a:t>
            </a:r>
            <a:r>
              <a:rPr lang="en-US" dirty="0"/>
              <a:t>, or </a:t>
            </a:r>
            <a:r>
              <a:rPr lang="en-US" b="1" dirty="0"/>
              <a:t>Motorcycle</a:t>
            </a:r>
            <a:r>
              <a:rPr lang="en-US" dirty="0"/>
              <a:t>) adds its own </a:t>
            </a:r>
            <a:r>
              <a:rPr lang="en-US" b="1" dirty="0"/>
              <a:t>unique characteristics</a:t>
            </a:r>
            <a:r>
              <a:rPr lang="en-US" dirty="0"/>
              <a:t>.</a:t>
            </a:r>
            <a:endParaRPr lang="en-US" dirty="0">
              <a:uFillTx/>
            </a:endParaRPr>
          </a:p>
        </p:txBody>
      </p:sp>
      <p:sp>
        <p:nvSpPr>
          <p:cNvPr id="4" name="Slide Number Placeholder 3"/>
          <p:cNvSpPr>
            <a:spLocks noGrp="1"/>
          </p:cNvSpPr>
          <p:nvPr>
            <p:ph type="sldNum" sz="quarter" idx="5"/>
          </p:nvPr>
        </p:nvSpPr>
        <p:spPr/>
        <p:txBody>
          <a:bodyPr/>
          <a:lstStyle/>
          <a:p>
            <a:pPr>
              <a:defRPr>
                <a:uFillTx/>
              </a:defRPr>
            </a:pPr>
            <a:fld id="{77D76A01-9653-4E88-A0A9-E9EA91B8AD2B}" type="slidenum">
              <a:rPr lang="en-MY" smtClean="0">
                <a:uFillTx/>
              </a:rPr>
              <a:t>10</a:t>
            </a:fld>
            <a:endParaRPr lang="en-MY">
              <a:uFillTx/>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uFillTx/>
            </a:endParaRPr>
          </a:p>
        </p:txBody>
      </p:sp>
      <p:sp>
        <p:nvSpPr>
          <p:cNvPr id="4" name="Slide Number Placeholder 3"/>
          <p:cNvSpPr>
            <a:spLocks noGrp="1"/>
          </p:cNvSpPr>
          <p:nvPr>
            <p:ph type="sldNum" sz="quarter" idx="5"/>
          </p:nvPr>
        </p:nvSpPr>
        <p:spPr/>
        <p:txBody>
          <a:bodyPr/>
          <a:lstStyle/>
          <a:p>
            <a:pPr>
              <a:defRPr>
                <a:uFillTx/>
              </a:defRPr>
            </a:pPr>
            <a:fld id="{77D76A01-9653-4E88-A0A9-E9EA91B8AD2B}" type="slidenum">
              <a:rPr lang="en-MY" smtClean="0">
                <a:uFillTx/>
              </a:rPr>
              <a:t>14</a:t>
            </a:fld>
            <a:endParaRPr lang="en-MY">
              <a:uFillTx/>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Participation Constraints</a:t>
            </a:r>
          </a:p>
          <a:p>
            <a:pPr algn="l">
              <a:buFont typeface="+mj-lt"/>
              <a:buAutoNum type="arabicPeriod"/>
            </a:pPr>
            <a:r>
              <a:rPr lang="en-US" b="1" i="0" u="none" strike="noStrike" dirty="0">
                <a:solidFill>
                  <a:srgbClr val="000000"/>
                </a:solidFill>
                <a:effectLst/>
              </a:rPr>
              <a:t>Mandatory</a:t>
            </a:r>
            <a:r>
              <a:rPr lang="en-US" b="0" i="0" u="none" strike="noStrike" dirty="0">
                <a:solidFill>
                  <a:srgbClr val="000000"/>
                </a:solidFill>
                <a:effectLst/>
              </a:rPr>
              <a:t>: Every member of the superclass </a:t>
            </a:r>
            <a:r>
              <a:rPr lang="en-US" b="0" i="1" u="none" strike="noStrike" dirty="0">
                <a:solidFill>
                  <a:srgbClr val="000000"/>
                </a:solidFill>
                <a:effectLst/>
              </a:rPr>
              <a:t>must</a:t>
            </a:r>
            <a:r>
              <a:rPr lang="en-US" b="0" i="0" u="none" strike="noStrike" dirty="0">
                <a:solidFill>
                  <a:srgbClr val="000000"/>
                </a:solidFill>
                <a:effectLst/>
              </a:rPr>
              <a:t> belong to a subclass.</a:t>
            </a:r>
          </a:p>
          <a:p>
            <a:pPr marL="742950" lvl="1" indent="-285750" algn="l">
              <a:buFont typeface="+mj-lt"/>
              <a:buAutoNum type="arabicPeriod"/>
            </a:pPr>
            <a:r>
              <a:rPr lang="en-US" b="0" i="0" u="none" strike="noStrike" dirty="0">
                <a:solidFill>
                  <a:srgbClr val="000000"/>
                </a:solidFill>
                <a:effectLst/>
              </a:rPr>
              <a:t>Example:</a:t>
            </a:r>
            <a:br>
              <a:rPr lang="en-US" b="0" i="0" u="none" strike="noStrike" dirty="0">
                <a:solidFill>
                  <a:srgbClr val="000000"/>
                </a:solidFill>
                <a:effectLst/>
              </a:rPr>
            </a:br>
            <a:r>
              <a:rPr lang="en-US" b="1" i="0" u="none" strike="noStrike" dirty="0">
                <a:solidFill>
                  <a:srgbClr val="000000"/>
                </a:solidFill>
                <a:effectLst/>
              </a:rPr>
              <a:t>Superclass</a:t>
            </a:r>
            <a:r>
              <a:rPr lang="en-US" b="0" i="0" u="none" strike="noStrike" dirty="0">
                <a:solidFill>
                  <a:srgbClr val="000000"/>
                </a:solidFill>
                <a:effectLst/>
              </a:rPr>
              <a:t>: Employees</a:t>
            </a:r>
            <a:br>
              <a:rPr lang="en-US" b="0" i="0" u="none" strike="noStrike" dirty="0">
                <a:solidFill>
                  <a:srgbClr val="000000"/>
                </a:solidFill>
                <a:effectLst/>
              </a:rPr>
            </a:br>
            <a:r>
              <a:rPr lang="en-US" b="1" i="0" u="none" strike="noStrike" dirty="0">
                <a:solidFill>
                  <a:srgbClr val="000000"/>
                </a:solidFill>
                <a:effectLst/>
              </a:rPr>
              <a:t>Subclasses</a:t>
            </a:r>
            <a:r>
              <a:rPr lang="en-US" b="0" i="0" u="none" strike="noStrike" dirty="0">
                <a:solidFill>
                  <a:srgbClr val="000000"/>
                </a:solidFill>
                <a:effectLst/>
              </a:rPr>
              <a:t>: Full-Time, Part-Time</a:t>
            </a:r>
          </a:p>
          <a:p>
            <a:pPr marL="1143000" lvl="2" indent="-228600" algn="l">
              <a:buFont typeface="+mj-lt"/>
              <a:buAutoNum type="arabicPeriod"/>
            </a:pPr>
            <a:r>
              <a:rPr lang="en-US" b="0" i="0" u="none" strike="noStrike" dirty="0">
                <a:solidFill>
                  <a:srgbClr val="000000"/>
                </a:solidFill>
                <a:effectLst/>
              </a:rPr>
              <a:t>Every </a:t>
            </a:r>
            <a:r>
              <a:rPr lang="en-US" b="1" i="0" u="none" strike="noStrike" dirty="0">
                <a:solidFill>
                  <a:srgbClr val="000000"/>
                </a:solidFill>
                <a:effectLst/>
              </a:rPr>
              <a:t>Employee</a:t>
            </a:r>
            <a:r>
              <a:rPr lang="en-US" b="0" i="0" u="none" strike="noStrike" dirty="0">
                <a:solidFill>
                  <a:srgbClr val="000000"/>
                </a:solidFill>
                <a:effectLst/>
              </a:rPr>
              <a:t> must either be a </a:t>
            </a:r>
            <a:r>
              <a:rPr lang="en-US" b="1" i="0" u="none" strike="noStrike" dirty="0">
                <a:solidFill>
                  <a:srgbClr val="000000"/>
                </a:solidFill>
                <a:effectLst/>
              </a:rPr>
              <a:t>Full-Time</a:t>
            </a:r>
            <a:r>
              <a:rPr lang="en-US" b="0" i="0" u="none" strike="noStrike" dirty="0">
                <a:solidFill>
                  <a:srgbClr val="000000"/>
                </a:solidFill>
                <a:effectLst/>
              </a:rPr>
              <a:t> or </a:t>
            </a:r>
            <a:r>
              <a:rPr lang="en-US" b="1" i="0" u="none" strike="noStrike" dirty="0">
                <a:solidFill>
                  <a:srgbClr val="000000"/>
                </a:solidFill>
                <a:effectLst/>
              </a:rPr>
              <a:t>Part-Time</a:t>
            </a:r>
            <a:r>
              <a:rPr lang="en-US" b="0" i="0" u="none" strike="noStrike" dirty="0">
                <a:solidFill>
                  <a:srgbClr val="000000"/>
                </a:solidFill>
                <a:effectLst/>
              </a:rPr>
              <a:t> worker. </a:t>
            </a:r>
            <a:br>
              <a:rPr lang="en-US" b="0" i="0" u="none" strike="noStrike" dirty="0">
                <a:solidFill>
                  <a:srgbClr val="000000"/>
                </a:solidFill>
                <a:effectLst/>
              </a:rPr>
            </a:br>
            <a:r>
              <a:rPr lang="en-US" b="0" i="0" u="none" strike="noStrike" dirty="0">
                <a:solidFill>
                  <a:srgbClr val="000000"/>
                </a:solidFill>
                <a:effectLst/>
              </a:rPr>
              <a:t>There are no employees who don’t fit into one of these categories.</a:t>
            </a:r>
          </a:p>
          <a:p>
            <a:pPr algn="l">
              <a:buFont typeface="+mj-lt"/>
              <a:buAutoNum type="arabicPeriod"/>
            </a:pPr>
            <a:r>
              <a:rPr lang="en-US" b="1" i="0" u="none" strike="noStrike" dirty="0">
                <a:solidFill>
                  <a:srgbClr val="000000"/>
                </a:solidFill>
                <a:effectLst/>
              </a:rPr>
              <a:t>Optional</a:t>
            </a:r>
            <a:r>
              <a:rPr lang="en-US" b="0" i="0" u="none" strike="noStrike" dirty="0">
                <a:solidFill>
                  <a:srgbClr val="000000"/>
                </a:solidFill>
                <a:effectLst/>
              </a:rPr>
              <a:t>: A member of the superclass </a:t>
            </a:r>
            <a:r>
              <a:rPr lang="en-US" b="0" i="1" u="none" strike="noStrike" dirty="0">
                <a:solidFill>
                  <a:srgbClr val="000000"/>
                </a:solidFill>
                <a:effectLst/>
              </a:rPr>
              <a:t>may or may not</a:t>
            </a:r>
            <a:r>
              <a:rPr lang="en-US" b="0" i="0" u="none" strike="noStrike" dirty="0">
                <a:solidFill>
                  <a:srgbClr val="000000"/>
                </a:solidFill>
                <a:effectLst/>
              </a:rPr>
              <a:t> belong to a subclass.</a:t>
            </a:r>
          </a:p>
          <a:p>
            <a:pPr marL="742950" lvl="1" indent="-285750" algn="l">
              <a:buFont typeface="+mj-lt"/>
              <a:buAutoNum type="arabicPeriod"/>
            </a:pPr>
            <a:r>
              <a:rPr lang="en-US" b="0" i="0" u="none" strike="noStrike" dirty="0">
                <a:solidFill>
                  <a:srgbClr val="000000"/>
                </a:solidFill>
                <a:effectLst/>
              </a:rPr>
              <a:t>Example:</a:t>
            </a:r>
            <a:br>
              <a:rPr lang="en-US" b="0" i="0" u="none" strike="noStrike" dirty="0">
                <a:solidFill>
                  <a:srgbClr val="000000"/>
                </a:solidFill>
                <a:effectLst/>
              </a:rPr>
            </a:br>
            <a:r>
              <a:rPr lang="en-US" b="1" i="0" u="none" strike="noStrike" dirty="0">
                <a:solidFill>
                  <a:srgbClr val="000000"/>
                </a:solidFill>
                <a:effectLst/>
              </a:rPr>
              <a:t>Superclass</a:t>
            </a:r>
            <a:r>
              <a:rPr lang="en-US" b="0" i="0" u="none" strike="noStrike" dirty="0">
                <a:solidFill>
                  <a:srgbClr val="000000"/>
                </a:solidFill>
                <a:effectLst/>
              </a:rPr>
              <a:t>: Vehicles</a:t>
            </a:r>
            <a:br>
              <a:rPr lang="en-US" b="0" i="0" u="none" strike="noStrike" dirty="0">
                <a:solidFill>
                  <a:srgbClr val="000000"/>
                </a:solidFill>
                <a:effectLst/>
              </a:rPr>
            </a:br>
            <a:r>
              <a:rPr lang="en-US" b="1" i="0" u="none" strike="noStrike" dirty="0">
                <a:solidFill>
                  <a:srgbClr val="000000"/>
                </a:solidFill>
                <a:effectLst/>
              </a:rPr>
              <a:t>Subclasses</a:t>
            </a:r>
            <a:r>
              <a:rPr lang="en-US" b="0" i="0" u="none" strike="noStrike" dirty="0">
                <a:solidFill>
                  <a:srgbClr val="000000"/>
                </a:solidFill>
                <a:effectLst/>
              </a:rPr>
              <a:t>: Cars, Trucks</a:t>
            </a:r>
          </a:p>
          <a:p>
            <a:pPr marL="1143000" lvl="2" indent="-228600" algn="l">
              <a:buFont typeface="+mj-lt"/>
              <a:buAutoNum type="arabicPeriod"/>
            </a:pPr>
            <a:r>
              <a:rPr lang="en-US" b="0" i="0" u="none" strike="noStrike" dirty="0">
                <a:solidFill>
                  <a:srgbClr val="000000"/>
                </a:solidFill>
                <a:effectLst/>
              </a:rPr>
              <a:t>Some </a:t>
            </a:r>
            <a:r>
              <a:rPr lang="en-US" b="1" i="0" u="none" strike="noStrike" dirty="0">
                <a:solidFill>
                  <a:srgbClr val="000000"/>
                </a:solidFill>
                <a:effectLst/>
              </a:rPr>
              <a:t>Vehicles</a:t>
            </a:r>
            <a:r>
              <a:rPr lang="en-US" b="0" i="0" u="none" strike="noStrike" dirty="0">
                <a:solidFill>
                  <a:srgbClr val="000000"/>
                </a:solidFill>
                <a:effectLst/>
              </a:rPr>
              <a:t> might not be a </a:t>
            </a:r>
            <a:r>
              <a:rPr lang="en-US" b="1" i="0" u="none" strike="noStrike" dirty="0">
                <a:solidFill>
                  <a:srgbClr val="000000"/>
                </a:solidFill>
                <a:effectLst/>
              </a:rPr>
              <a:t>Car</a:t>
            </a:r>
            <a:r>
              <a:rPr lang="en-US" b="0" i="0" u="none" strike="noStrike" dirty="0">
                <a:solidFill>
                  <a:srgbClr val="000000"/>
                </a:solidFill>
                <a:effectLst/>
              </a:rPr>
              <a:t> or </a:t>
            </a:r>
            <a:r>
              <a:rPr lang="en-US" b="1" i="0" u="none" strike="noStrike" dirty="0">
                <a:solidFill>
                  <a:srgbClr val="000000"/>
                </a:solidFill>
                <a:effectLst/>
              </a:rPr>
              <a:t>Truck</a:t>
            </a:r>
            <a:r>
              <a:rPr lang="en-US" b="0" i="0" u="none" strike="noStrike" dirty="0">
                <a:solidFill>
                  <a:srgbClr val="000000"/>
                </a:solidFill>
                <a:effectLst/>
              </a:rPr>
              <a:t> (e.g., a bicycle). </a:t>
            </a:r>
            <a:br>
              <a:rPr lang="en-US" b="0" i="0" u="none" strike="noStrike" dirty="0">
                <a:solidFill>
                  <a:srgbClr val="000000"/>
                </a:solidFill>
                <a:effectLst/>
              </a:rPr>
            </a:br>
            <a:r>
              <a:rPr lang="en-US" b="0" i="0" u="none" strike="noStrike" dirty="0">
                <a:solidFill>
                  <a:srgbClr val="000000"/>
                </a:solidFill>
                <a:effectLst/>
              </a:rPr>
              <a:t>It’s optional for vehicles to belong to these subclasses.</a:t>
            </a:r>
          </a:p>
          <a:p>
            <a:pPr algn="l"/>
            <a:endParaRPr lang="en-US" b="1" i="0" u="none" strike="noStrike" dirty="0">
              <a:solidFill>
                <a:srgbClr val="000000"/>
              </a:solidFill>
              <a:effectLst/>
            </a:endParaRPr>
          </a:p>
          <a:p>
            <a:pPr algn="l"/>
            <a:r>
              <a:rPr lang="en-US" b="1" i="0" u="none" strike="noStrike" dirty="0">
                <a:solidFill>
                  <a:srgbClr val="000000"/>
                </a:solidFill>
                <a:effectLst/>
              </a:rPr>
              <a:t>Disjoint Constraints</a:t>
            </a:r>
          </a:p>
          <a:p>
            <a:pPr algn="l">
              <a:buFont typeface="+mj-lt"/>
              <a:buAutoNum type="arabicPeriod"/>
            </a:pPr>
            <a:r>
              <a:rPr lang="en-US" b="1" i="0" u="none" strike="noStrike" dirty="0">
                <a:solidFill>
                  <a:srgbClr val="000000"/>
                </a:solidFill>
                <a:effectLst/>
              </a:rPr>
              <a:t>Disjoint (OR)</a:t>
            </a:r>
            <a:r>
              <a:rPr lang="en-US" b="0" i="0" u="none" strike="noStrike" dirty="0">
                <a:solidFill>
                  <a:srgbClr val="000000"/>
                </a:solidFill>
                <a:effectLst/>
              </a:rPr>
              <a:t>: A member of the superclass can belong to </a:t>
            </a:r>
            <a:r>
              <a:rPr lang="en-US" b="1" i="0" u="none" strike="noStrike" dirty="0">
                <a:solidFill>
                  <a:srgbClr val="000000"/>
                </a:solidFill>
                <a:effectLst/>
              </a:rPr>
              <a:t>only one subclass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Example:</a:t>
            </a:r>
            <a:br>
              <a:rPr lang="en-US" b="0" i="0" u="none" strike="noStrike" dirty="0">
                <a:solidFill>
                  <a:srgbClr val="000000"/>
                </a:solidFill>
                <a:effectLst/>
              </a:rPr>
            </a:br>
            <a:r>
              <a:rPr lang="en-US" b="1" i="0" u="none" strike="noStrike" dirty="0">
                <a:solidFill>
                  <a:srgbClr val="000000"/>
                </a:solidFill>
                <a:effectLst/>
              </a:rPr>
              <a:t>Superclass</a:t>
            </a:r>
            <a:r>
              <a:rPr lang="en-US" b="0" i="0" u="none" strike="noStrike" dirty="0">
                <a:solidFill>
                  <a:srgbClr val="000000"/>
                </a:solidFill>
                <a:effectLst/>
              </a:rPr>
              <a:t>: Students</a:t>
            </a:r>
            <a:br>
              <a:rPr lang="en-US" b="0" i="0" u="none" strike="noStrike" dirty="0">
                <a:solidFill>
                  <a:srgbClr val="000000"/>
                </a:solidFill>
                <a:effectLst/>
              </a:rPr>
            </a:br>
            <a:r>
              <a:rPr lang="en-US" b="1" i="0" u="none" strike="noStrike" dirty="0">
                <a:solidFill>
                  <a:srgbClr val="000000"/>
                </a:solidFill>
                <a:effectLst/>
              </a:rPr>
              <a:t>Subclasses</a:t>
            </a:r>
            <a:r>
              <a:rPr lang="en-US" b="0" i="0" u="none" strike="noStrike" dirty="0">
                <a:solidFill>
                  <a:srgbClr val="000000"/>
                </a:solidFill>
                <a:effectLst/>
              </a:rPr>
              <a:t>: Undergraduate, Graduate</a:t>
            </a:r>
          </a:p>
          <a:p>
            <a:pPr marL="1143000" lvl="2" indent="-228600" algn="l">
              <a:buFont typeface="+mj-lt"/>
              <a:buAutoNum type="arabicPeriod"/>
            </a:pPr>
            <a:r>
              <a:rPr lang="en-US" b="0" i="0" u="none" strike="noStrike" dirty="0">
                <a:solidFill>
                  <a:srgbClr val="000000"/>
                </a:solidFill>
                <a:effectLst/>
              </a:rPr>
              <a:t>A student can only be either </a:t>
            </a:r>
            <a:r>
              <a:rPr lang="en-US" b="1" i="0" u="none" strike="noStrike" dirty="0">
                <a:solidFill>
                  <a:srgbClr val="000000"/>
                </a:solidFill>
                <a:effectLst/>
              </a:rPr>
              <a:t>Undergraduate</a:t>
            </a:r>
            <a:r>
              <a:rPr lang="en-US" b="0" i="0" u="none" strike="noStrike" dirty="0">
                <a:solidFill>
                  <a:srgbClr val="000000"/>
                </a:solidFill>
                <a:effectLst/>
              </a:rPr>
              <a:t> or </a:t>
            </a:r>
            <a:r>
              <a:rPr lang="en-US" b="1" i="0" u="none" strike="noStrike" dirty="0">
                <a:solidFill>
                  <a:srgbClr val="000000"/>
                </a:solidFill>
                <a:effectLst/>
              </a:rPr>
              <a:t>Graduate</a:t>
            </a:r>
            <a:r>
              <a:rPr lang="en-US" b="0" i="0" u="none" strike="noStrike" dirty="0">
                <a:solidFill>
                  <a:srgbClr val="000000"/>
                </a:solidFill>
                <a:effectLst/>
              </a:rPr>
              <a:t>, not both.</a:t>
            </a:r>
          </a:p>
          <a:p>
            <a:pPr algn="l">
              <a:buFont typeface="+mj-lt"/>
              <a:buAutoNum type="arabicPeriod"/>
            </a:pPr>
            <a:r>
              <a:rPr lang="en-US" b="1" i="0" u="none" strike="noStrike" dirty="0">
                <a:solidFill>
                  <a:srgbClr val="000000"/>
                </a:solidFill>
                <a:effectLst/>
              </a:rPr>
              <a:t>Non-disjoint (AND)</a:t>
            </a:r>
            <a:r>
              <a:rPr lang="en-US" b="0" i="0" u="none" strike="noStrike" dirty="0">
                <a:solidFill>
                  <a:srgbClr val="000000"/>
                </a:solidFill>
                <a:effectLst/>
              </a:rPr>
              <a:t>: A member of the superclass can belong to </a:t>
            </a:r>
            <a:r>
              <a:rPr lang="en-US" b="1" i="0" u="none" strike="noStrike" dirty="0">
                <a:solidFill>
                  <a:srgbClr val="000000"/>
                </a:solidFill>
                <a:effectLst/>
              </a:rPr>
              <a:t>more than one subclass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Example:</a:t>
            </a:r>
            <a:br>
              <a:rPr lang="en-US" b="0" i="0" u="none" strike="noStrike" dirty="0">
                <a:solidFill>
                  <a:srgbClr val="000000"/>
                </a:solidFill>
                <a:effectLst/>
              </a:rPr>
            </a:br>
            <a:r>
              <a:rPr lang="en-US" b="1" i="0" u="none" strike="noStrike" dirty="0">
                <a:solidFill>
                  <a:srgbClr val="000000"/>
                </a:solidFill>
                <a:effectLst/>
              </a:rPr>
              <a:t>Superclass</a:t>
            </a:r>
            <a:r>
              <a:rPr lang="en-US" b="0" i="0" u="none" strike="noStrike" dirty="0">
                <a:solidFill>
                  <a:srgbClr val="000000"/>
                </a:solidFill>
                <a:effectLst/>
              </a:rPr>
              <a:t>: Staff</a:t>
            </a:r>
            <a:br>
              <a:rPr lang="en-US" b="0" i="0" u="none" strike="noStrike" dirty="0">
                <a:solidFill>
                  <a:srgbClr val="000000"/>
                </a:solidFill>
                <a:effectLst/>
              </a:rPr>
            </a:br>
            <a:r>
              <a:rPr lang="en-US" b="1" i="0" u="none" strike="noStrike" dirty="0">
                <a:solidFill>
                  <a:srgbClr val="000000"/>
                </a:solidFill>
                <a:effectLst/>
              </a:rPr>
              <a:t>Subclasses</a:t>
            </a:r>
            <a:r>
              <a:rPr lang="en-US" b="0" i="0" u="none" strike="noStrike" dirty="0">
                <a:solidFill>
                  <a:srgbClr val="000000"/>
                </a:solidFill>
                <a:effectLst/>
              </a:rPr>
              <a:t>: Teacher, Administrator</a:t>
            </a:r>
          </a:p>
          <a:p>
            <a:pPr marL="1143000" lvl="2" indent="-228600" algn="l">
              <a:buFont typeface="+mj-lt"/>
              <a:buAutoNum type="arabicPeriod"/>
            </a:pPr>
            <a:r>
              <a:rPr lang="en-US" b="0" i="0" u="none" strike="noStrike" dirty="0">
                <a:solidFill>
                  <a:srgbClr val="000000"/>
                </a:solidFill>
                <a:effectLst/>
              </a:rPr>
              <a:t>A staff member can be both a </a:t>
            </a:r>
            <a:r>
              <a:rPr lang="en-US" b="1" i="0" u="none" strike="noStrike" dirty="0">
                <a:solidFill>
                  <a:srgbClr val="000000"/>
                </a:solidFill>
                <a:effectLst/>
              </a:rPr>
              <a:t>Teacher</a:t>
            </a:r>
            <a:r>
              <a:rPr lang="en-US" b="0" i="0" u="none" strike="noStrike" dirty="0">
                <a:solidFill>
                  <a:srgbClr val="000000"/>
                </a:solidFill>
                <a:effectLst/>
              </a:rPr>
              <a:t> and an </a:t>
            </a:r>
            <a:r>
              <a:rPr lang="en-US" b="1" i="0" u="none" strike="noStrike" dirty="0">
                <a:solidFill>
                  <a:srgbClr val="000000"/>
                </a:solidFill>
                <a:effectLst/>
              </a:rPr>
              <a:t>Administrator</a:t>
            </a:r>
            <a:r>
              <a:rPr lang="en-US" b="0" i="0" u="none" strike="noStrike" dirty="0">
                <a:solidFill>
                  <a:srgbClr val="000000"/>
                </a:solidFill>
                <a:effectLst/>
              </a:rPr>
              <a:t> at the same time.</a:t>
            </a:r>
          </a:p>
          <a:p>
            <a:endParaRPr lang="en-US" dirty="0"/>
          </a:p>
        </p:txBody>
      </p:sp>
      <p:sp>
        <p:nvSpPr>
          <p:cNvPr id="4" name="Slide Number Placeholder 3"/>
          <p:cNvSpPr>
            <a:spLocks noGrp="1"/>
          </p:cNvSpPr>
          <p:nvPr>
            <p:ph type="sldNum" sz="quarter" idx="5"/>
          </p:nvPr>
        </p:nvSpPr>
        <p:spPr/>
        <p:txBody>
          <a:bodyPr/>
          <a:lstStyle/>
          <a:p>
            <a:fld id="{092B6879-5321-45FF-A6AE-E6B1BB62CBAD}" type="slidenum">
              <a:rPr lang="en-US" smtClean="0"/>
              <a:t>19</a:t>
            </a:fld>
            <a:endParaRPr lang="en-US"/>
          </a:p>
        </p:txBody>
      </p:sp>
    </p:spTree>
    <p:extLst>
      <p:ext uri="{BB962C8B-B14F-4D97-AF65-F5344CB8AC3E}">
        <p14:creationId xmlns:p14="http://schemas.microsoft.com/office/powerpoint/2010/main" val="1014512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Entities and Attributes</a:t>
            </a:r>
          </a:p>
          <a:p>
            <a:pPr algn="l">
              <a:buFont typeface="+mj-lt"/>
              <a:buAutoNum type="arabicPeriod"/>
            </a:pPr>
            <a:r>
              <a:rPr lang="en-US" b="1" i="0" u="none" strike="noStrike" dirty="0">
                <a:solidFill>
                  <a:srgbClr val="000000"/>
                </a:solidFill>
                <a:effectLst/>
              </a:rPr>
              <a:t>Customer (Superclass)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Attributes: </a:t>
            </a:r>
            <a:r>
              <a:rPr lang="en-US" b="0" i="0" u="none" strike="noStrike" dirty="0" err="1">
                <a:solidFill>
                  <a:srgbClr val="000000"/>
                </a:solidFill>
                <a:effectLst/>
              </a:rPr>
              <a:t>CustomerID</a:t>
            </a:r>
            <a:r>
              <a:rPr lang="en-US" b="0" i="0" u="none" strike="noStrike" dirty="0">
                <a:solidFill>
                  <a:srgbClr val="000000"/>
                </a:solidFill>
                <a:effectLst/>
              </a:rPr>
              <a:t>, Name, Address, </a:t>
            </a:r>
            <a:r>
              <a:rPr lang="en-US" b="0" i="0" u="none" strike="noStrike" dirty="0" err="1">
                <a:solidFill>
                  <a:srgbClr val="000000"/>
                </a:solidFill>
                <a:effectLst/>
              </a:rPr>
              <a:t>HomePhone</a:t>
            </a:r>
            <a:r>
              <a:rPr lang="en-US" b="0" i="0" u="none" strike="noStrike" dirty="0">
                <a:solidFill>
                  <a:srgbClr val="000000"/>
                </a:solidFill>
                <a:effectLst/>
              </a:rPr>
              <a:t>, </a:t>
            </a:r>
            <a:r>
              <a:rPr lang="en-US" b="0" i="0" u="none" strike="noStrike" dirty="0" err="1">
                <a:solidFill>
                  <a:srgbClr val="000000"/>
                </a:solidFill>
                <a:effectLst/>
              </a:rPr>
              <a:t>WorkPhone</a:t>
            </a:r>
            <a:r>
              <a:rPr lang="en-US" b="0" i="0" u="none" strike="noStrike" dirty="0">
                <a:solidFill>
                  <a:srgbClr val="000000"/>
                </a:solidFill>
                <a:effectLst/>
              </a:rPr>
              <a:t>, </a:t>
            </a:r>
            <a:r>
              <a:rPr lang="en-US" b="0" i="0" u="none" strike="noStrike" dirty="0" err="1">
                <a:solidFill>
                  <a:srgbClr val="000000"/>
                </a:solidFill>
                <a:effectLst/>
              </a:rPr>
              <a:t>CellPhone</a:t>
            </a:r>
            <a:r>
              <a:rPr lang="en-US" b="0" i="0" u="none" strike="noStrike" dirty="0">
                <a:solidFill>
                  <a:srgbClr val="000000"/>
                </a:solidFill>
                <a:effectLst/>
              </a:rPr>
              <a:t>, Email</a:t>
            </a:r>
          </a:p>
          <a:p>
            <a:pPr algn="l">
              <a:buFont typeface="+mj-lt"/>
              <a:buAutoNum type="arabicPeriod"/>
            </a:pPr>
            <a:r>
              <a:rPr lang="en-US" b="1" i="0" u="none" strike="noStrike" dirty="0">
                <a:solidFill>
                  <a:srgbClr val="000000"/>
                </a:solidFill>
                <a:effectLst/>
              </a:rPr>
              <a:t>Vehicle (Superclass)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Attributes: </a:t>
            </a:r>
            <a:r>
              <a:rPr lang="en-US" b="0" i="0" u="none" strike="noStrike" dirty="0" err="1">
                <a:solidFill>
                  <a:srgbClr val="000000"/>
                </a:solidFill>
                <a:effectLst/>
              </a:rPr>
              <a:t>VehicleID</a:t>
            </a:r>
            <a:r>
              <a:rPr lang="en-US" b="0" i="0" u="none" strike="noStrike" dirty="0">
                <a:solidFill>
                  <a:srgbClr val="000000"/>
                </a:solidFill>
                <a:effectLst/>
              </a:rPr>
              <a:t>, Make, Model, Year, </a:t>
            </a:r>
            <a:r>
              <a:rPr lang="en-US" b="0" i="0" u="none" strike="noStrike" dirty="0" err="1">
                <a:solidFill>
                  <a:srgbClr val="000000"/>
                </a:solidFill>
                <a:effectLst/>
              </a:rPr>
              <a:t>TransmissionType</a:t>
            </a:r>
            <a:r>
              <a:rPr lang="en-US" b="0" i="0" u="none" strike="noStrike" dirty="0">
                <a:solidFill>
                  <a:srgbClr val="000000"/>
                </a:solidFill>
                <a:effectLst/>
              </a:rPr>
              <a:t>, </a:t>
            </a:r>
            <a:r>
              <a:rPr lang="en-US" b="0" i="0" u="none" strike="noStrike" dirty="0" err="1">
                <a:solidFill>
                  <a:srgbClr val="000000"/>
                </a:solidFill>
                <a:effectLst/>
              </a:rPr>
              <a:t>EngineSize</a:t>
            </a:r>
            <a:r>
              <a:rPr lang="en-US" b="0" i="0" u="none" strike="noStrike" dirty="0">
                <a:solidFill>
                  <a:srgbClr val="000000"/>
                </a:solidFill>
                <a:effectLst/>
              </a:rPr>
              <a:t>, Color</a:t>
            </a:r>
          </a:p>
          <a:p>
            <a:pPr algn="l">
              <a:buFont typeface="+mj-lt"/>
              <a:buAutoNum type="arabicPeriod"/>
            </a:pPr>
            <a:r>
              <a:rPr lang="en-US" b="1" i="0" u="none" strike="noStrike" dirty="0">
                <a:solidFill>
                  <a:srgbClr val="000000"/>
                </a:solidFill>
                <a:effectLst/>
              </a:rPr>
              <a:t>Vehicle Subclasses</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Car</a:t>
            </a:r>
            <a:r>
              <a:rPr lang="en-US" b="0" i="0" u="none" strike="noStrike" dirty="0">
                <a:solidFill>
                  <a:srgbClr val="000000"/>
                </a:solidFill>
                <a:effectLst/>
              </a:rPr>
              <a:t>: No unique attributes (inherits attributes from Vehicle).</a:t>
            </a:r>
          </a:p>
          <a:p>
            <a:pPr marL="742950" lvl="1" indent="-285750" algn="l">
              <a:buFont typeface="+mj-lt"/>
              <a:buAutoNum type="arabicPeriod"/>
            </a:pPr>
            <a:r>
              <a:rPr lang="en-US" b="1" i="0" u="none" strike="noStrike" dirty="0">
                <a:solidFill>
                  <a:srgbClr val="000000"/>
                </a:solidFill>
                <a:effectLst/>
              </a:rPr>
              <a:t>Truck</a:t>
            </a:r>
            <a:r>
              <a:rPr lang="en-US" b="0" i="0" u="none" strike="noStrike" dirty="0">
                <a:solidFill>
                  <a:srgbClr val="000000"/>
                </a:solidFill>
                <a:effectLst/>
              </a:rPr>
              <a:t>: </a:t>
            </a:r>
            <a:r>
              <a:rPr lang="en-US" b="0" i="0" u="none" strike="noStrike" dirty="0" err="1">
                <a:solidFill>
                  <a:srgbClr val="000000"/>
                </a:solidFill>
                <a:effectLst/>
              </a:rPr>
              <a:t>CabType</a:t>
            </a:r>
            <a:r>
              <a:rPr lang="en-US" b="0" i="0" u="none" strike="noStrike" dirty="0">
                <a:solidFill>
                  <a:srgbClr val="000000"/>
                </a:solidFill>
                <a:effectLst/>
              </a:rPr>
              <a:t> (Regular, Super, Crew), Drive (4x2, 4x4).</a:t>
            </a:r>
          </a:p>
          <a:p>
            <a:pPr marL="742950" lvl="1" indent="-285750" algn="l">
              <a:buFont typeface="+mj-lt"/>
              <a:buAutoNum type="arabicPeriod"/>
            </a:pPr>
            <a:r>
              <a:rPr lang="en-US" b="1" i="0" u="none" strike="noStrike" dirty="0">
                <a:solidFill>
                  <a:srgbClr val="000000"/>
                </a:solidFill>
                <a:effectLst/>
              </a:rPr>
              <a:t>Minivan</a:t>
            </a:r>
            <a:r>
              <a:rPr lang="en-US" b="0" i="0" u="none" strike="noStrike" dirty="0">
                <a:solidFill>
                  <a:srgbClr val="000000"/>
                </a:solidFill>
                <a:effectLst/>
              </a:rPr>
              <a:t>: </a:t>
            </a:r>
            <a:r>
              <a:rPr lang="en-US" b="0" i="0" u="none" strike="noStrike" dirty="0" err="1">
                <a:solidFill>
                  <a:srgbClr val="000000"/>
                </a:solidFill>
                <a:effectLst/>
              </a:rPr>
              <a:t>AccessoryPackage</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SUV</a:t>
            </a:r>
            <a:r>
              <a:rPr lang="en-US" b="0" i="0" u="none" strike="noStrike" dirty="0">
                <a:solidFill>
                  <a:srgbClr val="000000"/>
                </a:solidFill>
                <a:effectLst/>
              </a:rPr>
              <a:t>: </a:t>
            </a:r>
            <a:r>
              <a:rPr lang="en-US" b="0" i="0" u="none" strike="noStrike" dirty="0" err="1">
                <a:solidFill>
                  <a:srgbClr val="000000"/>
                </a:solidFill>
                <a:effectLst/>
              </a:rPr>
              <a:t>SUVStyle</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Constraints</a:t>
            </a:r>
            <a:r>
              <a:rPr lang="en-US" b="0" i="0" u="none" strike="noStrike" dirty="0">
                <a:solidFill>
                  <a:srgbClr val="000000"/>
                </a:solidFill>
                <a:effectLst/>
              </a:rPr>
              <a:t>:</a:t>
            </a:r>
          </a:p>
          <a:p>
            <a:pPr marL="1143000" lvl="2" indent="-228600" algn="l">
              <a:buFont typeface="+mj-lt"/>
              <a:buAutoNum type="arabicPeriod"/>
            </a:pPr>
            <a:r>
              <a:rPr lang="en-US" b="1" i="0" u="none" strike="noStrike" dirty="0">
                <a:solidFill>
                  <a:srgbClr val="000000"/>
                </a:solidFill>
                <a:effectLst/>
              </a:rPr>
              <a:t>Mandatory Participation</a:t>
            </a:r>
            <a:r>
              <a:rPr lang="en-US" b="0" i="0" u="none" strike="noStrike" dirty="0">
                <a:solidFill>
                  <a:srgbClr val="000000"/>
                </a:solidFill>
                <a:effectLst/>
              </a:rPr>
              <a:t>: Every vehicle must belong to one of these subclasses.</a:t>
            </a:r>
          </a:p>
          <a:p>
            <a:pPr marL="1143000" lvl="2" indent="-228600" algn="l">
              <a:buFont typeface="+mj-lt"/>
              <a:buAutoNum type="arabicPeriod"/>
            </a:pPr>
            <a:r>
              <a:rPr lang="en-US" b="1" i="0" u="none" strike="noStrike" dirty="0">
                <a:solidFill>
                  <a:srgbClr val="000000"/>
                </a:solidFill>
                <a:effectLst/>
              </a:rPr>
              <a:t>Disjoint Constraint (OR)</a:t>
            </a:r>
            <a:r>
              <a:rPr lang="en-US" b="0" i="0" u="none" strike="noStrike" dirty="0">
                <a:solidFill>
                  <a:srgbClr val="000000"/>
                </a:solidFill>
                <a:effectLst/>
              </a:rPr>
              <a:t>: A vehicle can belong to only one subclass at a time.</a:t>
            </a:r>
          </a:p>
          <a:p>
            <a:pPr algn="l">
              <a:buFont typeface="+mj-lt"/>
              <a:buAutoNum type="arabicPeriod"/>
            </a:pPr>
            <a:r>
              <a:rPr lang="en-US" b="1" i="0" u="none" strike="noStrike" dirty="0">
                <a:solidFill>
                  <a:srgbClr val="000000"/>
                </a:solidFill>
                <a:effectLst/>
              </a:rPr>
              <a:t>Sale</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Attributes: </a:t>
            </a:r>
            <a:r>
              <a:rPr lang="en-US" b="0" i="0" u="none" strike="noStrike" dirty="0" err="1">
                <a:solidFill>
                  <a:srgbClr val="000000"/>
                </a:solidFill>
                <a:effectLst/>
              </a:rPr>
              <a:t>PurchaseDate</a:t>
            </a:r>
            <a:r>
              <a:rPr lang="en-US" b="0" i="0" u="none" strike="noStrike" dirty="0">
                <a:solidFill>
                  <a:srgbClr val="000000"/>
                </a:solidFill>
                <a:effectLst/>
              </a:rPr>
              <a:t>, Amount, Salesperson.</a:t>
            </a:r>
          </a:p>
          <a:p>
            <a:pPr marL="742950" lvl="1" indent="-285750" algn="l">
              <a:buFont typeface="+mj-lt"/>
              <a:buAutoNum type="arabicPeriod"/>
            </a:pPr>
            <a:r>
              <a:rPr lang="en-US" b="0" i="0" u="none" strike="noStrike" dirty="0">
                <a:solidFill>
                  <a:srgbClr val="000000"/>
                </a:solidFill>
                <a:effectLst/>
              </a:rPr>
              <a:t>Relationships:</a:t>
            </a:r>
          </a:p>
          <a:p>
            <a:pPr marL="1143000" lvl="2" indent="-228600" algn="l">
              <a:buFont typeface="+mj-lt"/>
              <a:buAutoNum type="arabicPeriod"/>
            </a:pPr>
            <a:r>
              <a:rPr lang="en-US" b="1" i="0" u="none" strike="noStrike" dirty="0">
                <a:solidFill>
                  <a:srgbClr val="000000"/>
                </a:solidFill>
                <a:effectLst/>
              </a:rPr>
              <a:t>Customer - Sale</a:t>
            </a:r>
            <a:r>
              <a:rPr lang="en-US" b="0" i="0" u="none" strike="noStrike" dirty="0">
                <a:solidFill>
                  <a:srgbClr val="000000"/>
                </a:solidFill>
                <a:effectLst/>
              </a:rPr>
              <a:t>: A customer may make multiple purchases.</a:t>
            </a:r>
          </a:p>
          <a:p>
            <a:pPr marL="1143000" lvl="2" indent="-228600" algn="l">
              <a:buFont typeface="+mj-lt"/>
              <a:buAutoNum type="arabicPeriod"/>
            </a:pPr>
            <a:r>
              <a:rPr lang="en-US" b="1" i="0" u="none" strike="noStrike" dirty="0">
                <a:solidFill>
                  <a:srgbClr val="000000"/>
                </a:solidFill>
                <a:effectLst/>
              </a:rPr>
              <a:t>Vehicle - Sale</a:t>
            </a:r>
            <a:r>
              <a:rPr lang="en-US" b="0" i="0" u="none" strike="noStrike" dirty="0">
                <a:solidFill>
                  <a:srgbClr val="000000"/>
                </a:solidFill>
                <a:effectLst/>
              </a:rPr>
              <a:t>: A vehicle may have multiple sales over time.</a:t>
            </a:r>
          </a:p>
          <a:p>
            <a:pPr algn="l"/>
            <a:endParaRPr lang="en-US" b="1" i="0" u="none" strike="noStrike" dirty="0">
              <a:solidFill>
                <a:srgbClr val="000000"/>
              </a:solidFill>
              <a:effectLst/>
            </a:endParaRPr>
          </a:p>
          <a:p>
            <a:pPr algn="l"/>
            <a:r>
              <a:rPr lang="en-US" b="1" i="0" u="none" strike="noStrike" dirty="0">
                <a:solidFill>
                  <a:srgbClr val="000000"/>
                </a:solidFill>
                <a:effectLst/>
              </a:rPr>
              <a:t>Relationships</a:t>
            </a:r>
          </a:p>
          <a:p>
            <a:pPr algn="l">
              <a:buFont typeface="+mj-lt"/>
              <a:buAutoNum type="arabicPeriod"/>
            </a:pPr>
            <a:r>
              <a:rPr lang="en-US" b="1" i="0" u="none" strike="noStrike" dirty="0">
                <a:solidFill>
                  <a:srgbClr val="000000"/>
                </a:solidFill>
                <a:effectLst/>
              </a:rPr>
              <a:t>Purchases (Customer and Vehicle)</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Cardinality</a:t>
            </a:r>
            <a:r>
              <a:rPr lang="en-US" b="0" i="0" u="none" strike="noStrike" dirty="0">
                <a:solidFill>
                  <a:srgbClr val="000000"/>
                </a:solidFill>
                <a:effectLst/>
              </a:rPr>
              <a:t>: Many-to-Many (A customer can purchase multiple vehicles, and each vehicle can be purchased by multiple customers over time.).</a:t>
            </a:r>
          </a:p>
          <a:p>
            <a:pPr marL="742950" lvl="1" indent="-285750" algn="l">
              <a:buFont typeface="+mj-lt"/>
              <a:buAutoNum type="arabicPeriod"/>
            </a:pPr>
            <a:r>
              <a:rPr lang="en-US" b="0" i="0" u="none" strike="noStrike" dirty="0">
                <a:solidFill>
                  <a:srgbClr val="000000"/>
                </a:solidFill>
                <a:effectLst/>
              </a:rPr>
              <a:t>Attributes: Included in the </a:t>
            </a:r>
            <a:r>
              <a:rPr lang="en-US" b="1" i="0" u="none" strike="noStrike" dirty="0">
                <a:solidFill>
                  <a:srgbClr val="000000"/>
                </a:solidFill>
                <a:effectLst/>
              </a:rPr>
              <a:t>Sale</a:t>
            </a:r>
            <a:r>
              <a:rPr lang="en-US" b="0" i="0" u="none" strike="noStrike" dirty="0">
                <a:solidFill>
                  <a:srgbClr val="000000"/>
                </a:solidFill>
                <a:effectLst/>
              </a:rPr>
              <a:t> entity (e.g., </a:t>
            </a:r>
            <a:r>
              <a:rPr lang="en-US" b="0" i="0" u="none" strike="noStrike" dirty="0" err="1">
                <a:solidFill>
                  <a:srgbClr val="000000"/>
                </a:solidFill>
                <a:effectLst/>
              </a:rPr>
              <a:t>PurchaseDate</a:t>
            </a:r>
            <a:r>
              <a:rPr lang="en-US" b="0" i="0" u="none" strike="noStrike" dirty="0">
                <a:solidFill>
                  <a:srgbClr val="000000"/>
                </a:solidFill>
                <a:effectLst/>
              </a:rPr>
              <a:t>, Amount, Salesperson).</a:t>
            </a:r>
          </a:p>
          <a:p>
            <a:pPr algn="l"/>
            <a:endParaRPr lang="en-US" b="1" i="0" u="none" strike="noStrike" dirty="0">
              <a:solidFill>
                <a:srgbClr val="000000"/>
              </a:solidFill>
              <a:effectLst/>
            </a:endParaRPr>
          </a:p>
          <a:p>
            <a:pPr algn="l"/>
            <a:r>
              <a:rPr lang="en-US" b="1" i="0" u="none" strike="noStrike" dirty="0">
                <a:solidFill>
                  <a:srgbClr val="000000"/>
                </a:solidFill>
                <a:effectLst/>
              </a:rPr>
              <a:t>Participation and Constraints</a:t>
            </a:r>
          </a:p>
          <a:p>
            <a:pPr algn="l">
              <a:buFont typeface="Arial" panose="020B0604020202020204" pitchFamily="34" charset="0"/>
              <a:buChar char="•"/>
            </a:pPr>
            <a:r>
              <a:rPr lang="en-US" b="1" i="0" u="none" strike="noStrike" dirty="0">
                <a:solidFill>
                  <a:srgbClr val="000000"/>
                </a:solidFill>
                <a:effectLst/>
              </a:rPr>
              <a:t>Participation</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Customers and vehicles can exist without participating in a sale, making their relationship to </a:t>
            </a:r>
            <a:r>
              <a:rPr lang="en-US" b="0" i="0" u="none" strike="noStrike" dirty="0" err="1">
                <a:solidFill>
                  <a:srgbClr val="000000"/>
                </a:solidFill>
                <a:effectLst/>
              </a:rPr>
              <a:t>Sale</a:t>
            </a:r>
            <a:r>
              <a:rPr lang="en-US" b="1" i="0" u="none" strike="noStrike" dirty="0" err="1">
                <a:solidFill>
                  <a:srgbClr val="000000"/>
                </a:solidFill>
                <a:effectLst/>
              </a:rPr>
              <a:t>optional</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a:solidFill>
                  <a:srgbClr val="000000"/>
                </a:solidFill>
                <a:effectLst/>
              </a:rPr>
              <a:t>Disjoint Constraint</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A vehicle can only belong to one category (e.g., Truck, SUV, etc.) at any time.</a:t>
            </a:r>
          </a:p>
          <a:p>
            <a:pPr algn="l"/>
            <a:endParaRPr lang="en-US" b="1" i="0" u="none" strike="noStrike" dirty="0">
              <a:solidFill>
                <a:srgbClr val="000000"/>
              </a:solidFill>
              <a:effectLst/>
            </a:endParaRPr>
          </a:p>
          <a:p>
            <a:pPr algn="l"/>
            <a:r>
              <a:rPr lang="en-US" b="1" i="0" u="none" strike="noStrike" dirty="0">
                <a:solidFill>
                  <a:srgbClr val="000000"/>
                </a:solidFill>
                <a:effectLst/>
              </a:rPr>
              <a:t>EER Diagram Description</a:t>
            </a:r>
          </a:p>
          <a:p>
            <a:pPr algn="l">
              <a:buFont typeface="Arial" panose="020B0604020202020204" pitchFamily="34" charset="0"/>
              <a:buChar char="•"/>
            </a:pPr>
            <a:r>
              <a:rPr lang="en-US" b="1" i="0" u="none" strike="noStrike" dirty="0">
                <a:solidFill>
                  <a:srgbClr val="000000"/>
                </a:solidFill>
                <a:effectLst/>
              </a:rPr>
              <a:t>Superclass/Subclass Structure</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Vehicle is the superclass, and Car, Truck, Minivan, and SUV are its subclasses, following the </a:t>
            </a:r>
            <a:r>
              <a:rPr lang="en-US" b="1" i="0" u="none" strike="noStrike" dirty="0">
                <a:solidFill>
                  <a:srgbClr val="000000"/>
                </a:solidFill>
                <a:effectLst/>
              </a:rPr>
              <a:t>mandatory participation</a:t>
            </a:r>
            <a:r>
              <a:rPr lang="en-US" b="0" i="0" u="none" strike="noStrike" dirty="0">
                <a:solidFill>
                  <a:srgbClr val="000000"/>
                </a:solidFill>
                <a:effectLst/>
              </a:rPr>
              <a:t> and </a:t>
            </a:r>
            <a:r>
              <a:rPr lang="en-US" b="1" i="0" u="none" strike="noStrike" dirty="0">
                <a:solidFill>
                  <a:srgbClr val="000000"/>
                </a:solidFill>
                <a:effectLst/>
              </a:rPr>
              <a:t>disjoint constraint</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a:solidFill>
                  <a:srgbClr val="000000"/>
                </a:solidFill>
                <a:effectLst/>
              </a:rPr>
              <a:t>Relationships</a:t>
            </a:r>
            <a:r>
              <a:rPr lang="en-US" b="0" i="0" u="none" strike="noStrike" dirty="0">
                <a:solidFill>
                  <a:srgbClr val="000000"/>
                </a:solidFill>
                <a:effectLst/>
              </a:rPr>
              <a:t>:</a:t>
            </a:r>
          </a:p>
          <a:p>
            <a:pPr marL="742950" lvl="1" indent="-285750" algn="l">
              <a:buFont typeface="Arial" panose="020B0604020202020204" pitchFamily="34" charset="0"/>
              <a:buChar char="•"/>
            </a:pPr>
            <a:r>
              <a:rPr lang="en-US" b="0" i="0" u="none" strike="noStrike" dirty="0">
                <a:solidFill>
                  <a:srgbClr val="000000"/>
                </a:solidFill>
                <a:effectLst/>
              </a:rPr>
              <a:t>Customer is related to Sale (to capture who purchased the vehicle).</a:t>
            </a:r>
          </a:p>
          <a:p>
            <a:pPr marL="742950" lvl="1" indent="-285750" algn="l">
              <a:buFont typeface="Arial" panose="020B0604020202020204" pitchFamily="34" charset="0"/>
              <a:buChar char="•"/>
            </a:pPr>
            <a:r>
              <a:rPr lang="en-US" b="0" i="0" u="none" strike="noStrike" dirty="0">
                <a:solidFill>
                  <a:srgbClr val="000000"/>
                </a:solidFill>
                <a:effectLst/>
              </a:rPr>
              <a:t>Sale connects Customer and Vehicle in a many-to-many relationship.</a:t>
            </a:r>
          </a:p>
          <a:p>
            <a:endParaRPr lang="en-US" dirty="0"/>
          </a:p>
        </p:txBody>
      </p:sp>
      <p:sp>
        <p:nvSpPr>
          <p:cNvPr id="4" name="Slide Number Placeholder 3"/>
          <p:cNvSpPr>
            <a:spLocks noGrp="1"/>
          </p:cNvSpPr>
          <p:nvPr>
            <p:ph type="sldNum" sz="quarter" idx="5"/>
          </p:nvPr>
        </p:nvSpPr>
        <p:spPr/>
        <p:txBody>
          <a:bodyPr/>
          <a:lstStyle/>
          <a:p>
            <a:fld id="{092B6879-5321-45FF-A6AE-E6B1BB62CBAD}" type="slidenum">
              <a:rPr lang="en-US" smtClean="0"/>
              <a:t>23</a:t>
            </a:fld>
            <a:endParaRPr lang="en-US"/>
          </a:p>
        </p:txBody>
      </p:sp>
    </p:spTree>
    <p:extLst>
      <p:ext uri="{BB962C8B-B14F-4D97-AF65-F5344CB8AC3E}">
        <p14:creationId xmlns:p14="http://schemas.microsoft.com/office/powerpoint/2010/main" val="13297678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When You Don’t Need EERD:</a:t>
            </a:r>
          </a:p>
          <a:p>
            <a:pPr algn="l">
              <a:buFont typeface="+mj-lt"/>
              <a:buAutoNum type="arabicPeriod"/>
            </a:pPr>
            <a:r>
              <a:rPr lang="en-US" b="1" i="0" u="none" strike="noStrike" dirty="0">
                <a:solidFill>
                  <a:srgbClr val="000000"/>
                </a:solidFill>
                <a:effectLst/>
              </a:rPr>
              <a:t>Simple Systems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If your system is not complex and doesn’t require handling inheritance, subclasses, or detailed constraints, an ERD will be sufficient. Examples include:</a:t>
            </a:r>
          </a:p>
          <a:p>
            <a:pPr marL="742950" lvl="1" indent="-285750" algn="l">
              <a:buFont typeface="+mj-lt"/>
              <a:buAutoNum type="arabicPeriod"/>
            </a:pPr>
            <a:r>
              <a:rPr lang="en-US" b="0" i="0" u="none" strike="noStrike" dirty="0">
                <a:solidFill>
                  <a:srgbClr val="000000"/>
                </a:solidFill>
                <a:effectLst/>
              </a:rPr>
              <a:t>A basic </a:t>
            </a:r>
            <a:r>
              <a:rPr lang="en-US" b="1" i="0" u="none" strike="noStrike" dirty="0">
                <a:solidFill>
                  <a:srgbClr val="000000"/>
                </a:solidFill>
                <a:effectLst/>
              </a:rPr>
              <a:t>inventory management system</a:t>
            </a:r>
            <a:r>
              <a:rPr lang="en-US" b="0" i="0" u="none" strike="noStrike" dirty="0">
                <a:solidFill>
                  <a:srgbClr val="000000"/>
                </a:solidFill>
                <a:effectLst/>
              </a:rPr>
              <a:t> where you track products and suppliers.</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library system</a:t>
            </a:r>
            <a:r>
              <a:rPr lang="en-US" b="0" i="0" u="none" strike="noStrike" dirty="0">
                <a:solidFill>
                  <a:srgbClr val="000000"/>
                </a:solidFill>
                <a:effectLst/>
              </a:rPr>
              <a:t> where you simply track books, authors, and borrowers.</a:t>
            </a:r>
          </a:p>
          <a:p>
            <a:pPr marL="742950" lvl="1" indent="-285750" algn="l">
              <a:buFont typeface="+mj-lt"/>
              <a:buAutoNum type="arabicPeriod"/>
            </a:pPr>
            <a:endParaRPr lang="en-US" b="0" i="0" u="none" strike="noStrike" dirty="0">
              <a:solidFill>
                <a:srgbClr val="000000"/>
              </a:solidFill>
              <a:effectLst/>
            </a:endParaRPr>
          </a:p>
          <a:p>
            <a:pPr algn="l">
              <a:buFont typeface="+mj-lt"/>
              <a:buAutoNum type="arabicPeriod"/>
            </a:pPr>
            <a:r>
              <a:rPr lang="en-US" b="1" i="0" u="none" strike="noStrike" dirty="0">
                <a:solidFill>
                  <a:srgbClr val="000000"/>
                </a:solidFill>
                <a:effectLst/>
              </a:rPr>
              <a:t>Basic Relationships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If your entities have basic relationships, such as one-to-one or one-to-many, and you don’t need to group entities into categories or create special subclasses, an ERD is enough. For example:</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Customer</a:t>
            </a:r>
            <a:r>
              <a:rPr lang="en-US" b="0" i="0" u="none" strike="noStrike" dirty="0">
                <a:solidFill>
                  <a:srgbClr val="000000"/>
                </a:solidFill>
                <a:effectLst/>
              </a:rPr>
              <a:t> places </a:t>
            </a:r>
            <a:r>
              <a:rPr lang="en-US" b="1" i="0" u="none" strike="noStrike" dirty="0">
                <a:solidFill>
                  <a:srgbClr val="000000"/>
                </a:solidFill>
                <a:effectLst/>
              </a:rPr>
              <a:t>Orders</a:t>
            </a:r>
            <a:r>
              <a:rPr lang="en-US" b="0" i="0" u="none" strike="noStrike" dirty="0">
                <a:solidFill>
                  <a:srgbClr val="000000"/>
                </a:solidFill>
                <a:effectLst/>
              </a:rPr>
              <a:t> in an online store, but the orders don’t need categories (just products in them).</a:t>
            </a:r>
          </a:p>
          <a:p>
            <a:pPr marL="742950" lvl="1" indent="-285750" algn="l">
              <a:buFont typeface="+mj-lt"/>
              <a:buAutoNum type="arabicPeriod"/>
            </a:pPr>
            <a:endParaRPr lang="en-US" b="0" i="0" u="none" strike="noStrike" dirty="0">
              <a:solidFill>
                <a:srgbClr val="000000"/>
              </a:solidFill>
              <a:effectLst/>
            </a:endParaRPr>
          </a:p>
          <a:p>
            <a:pPr algn="l">
              <a:buFont typeface="+mj-lt"/>
              <a:buAutoNum type="arabicPeriod"/>
            </a:pPr>
            <a:r>
              <a:rPr lang="en-US" b="1" i="0" u="none" strike="noStrike" dirty="0">
                <a:solidFill>
                  <a:srgbClr val="000000"/>
                </a:solidFill>
                <a:effectLst/>
              </a:rPr>
              <a:t>Limited Data and Constraints</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When the data involved is straightforward and doesn’t need special constraints (like mandatory participation or disjoint constraints), an ERD works just fine. For instance:</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company database</a:t>
            </a:r>
            <a:r>
              <a:rPr lang="en-US" b="0" i="0" u="none" strike="noStrike" dirty="0">
                <a:solidFill>
                  <a:srgbClr val="000000"/>
                </a:solidFill>
                <a:effectLst/>
              </a:rPr>
              <a:t> that just stores employee details, departments, and employee assignments without needing complex rules.</a:t>
            </a:r>
          </a:p>
          <a:p>
            <a:endParaRPr lang="en-US" dirty="0"/>
          </a:p>
          <a:p>
            <a:pPr algn="l"/>
            <a:r>
              <a:rPr lang="en-US" b="1" i="0" u="none" strike="noStrike" dirty="0">
                <a:solidFill>
                  <a:srgbClr val="000000"/>
                </a:solidFill>
                <a:effectLst/>
              </a:rPr>
              <a:t>Example Where ERD Is Enough:</a:t>
            </a:r>
          </a:p>
          <a:p>
            <a:pPr algn="l"/>
            <a:r>
              <a:rPr lang="en-US" b="0" i="0" u="none" strike="noStrike" dirty="0">
                <a:solidFill>
                  <a:srgbClr val="000000"/>
                </a:solidFill>
                <a:effectLst/>
              </a:rPr>
              <a:t>designing a simple </a:t>
            </a:r>
            <a:r>
              <a:rPr lang="en-US" b="1" i="0" u="none" strike="noStrike" dirty="0">
                <a:solidFill>
                  <a:srgbClr val="000000"/>
                </a:solidFill>
                <a:effectLst/>
              </a:rPr>
              <a:t>Customer Order System</a:t>
            </a:r>
            <a:r>
              <a:rPr lang="en-US" b="0" i="0" u="none" strike="noStrike" dirty="0">
                <a:solidFill>
                  <a:srgbClr val="000000"/>
                </a:solidFill>
                <a:effectLst/>
              </a:rPr>
              <a:t> for an online store:</a:t>
            </a:r>
          </a:p>
          <a:p>
            <a:pPr algn="l">
              <a:buFont typeface="Arial" panose="020B0604020202020204" pitchFamily="34" charset="0"/>
              <a:buChar char="•"/>
            </a:pPr>
            <a:r>
              <a:rPr lang="en-US" b="1" i="0" u="none" strike="noStrike" dirty="0">
                <a:solidFill>
                  <a:srgbClr val="000000"/>
                </a:solidFill>
                <a:effectLst/>
              </a:rPr>
              <a:t>Entities</a:t>
            </a:r>
            <a:r>
              <a:rPr lang="en-US" b="0" i="0" u="none" strike="noStrike" dirty="0">
                <a:solidFill>
                  <a:srgbClr val="000000"/>
                </a:solidFill>
                <a:effectLst/>
              </a:rPr>
              <a:t>: Customer, Order, Product</a:t>
            </a:r>
          </a:p>
          <a:p>
            <a:pPr algn="l">
              <a:buFont typeface="Arial" panose="020B0604020202020204" pitchFamily="34" charset="0"/>
              <a:buChar char="•"/>
            </a:pPr>
            <a:r>
              <a:rPr lang="en-US" b="1" i="0" u="none" strike="noStrike" dirty="0">
                <a:solidFill>
                  <a:srgbClr val="000000"/>
                </a:solidFill>
                <a:effectLst/>
              </a:rPr>
              <a:t>Relationships</a:t>
            </a:r>
            <a:r>
              <a:rPr lang="en-US" b="0" i="0" u="none" strike="noStrike" dirty="0">
                <a:solidFill>
                  <a:srgbClr val="000000"/>
                </a:solidFill>
                <a:effectLst/>
              </a:rPr>
              <a:t>: A </a:t>
            </a:r>
            <a:r>
              <a:rPr lang="en-US" b="1" i="0" u="none" strike="noStrike" dirty="0">
                <a:solidFill>
                  <a:srgbClr val="000000"/>
                </a:solidFill>
                <a:effectLst/>
              </a:rPr>
              <a:t>Customer</a:t>
            </a:r>
            <a:r>
              <a:rPr lang="en-US" b="0" i="0" u="none" strike="noStrike" dirty="0">
                <a:solidFill>
                  <a:srgbClr val="000000"/>
                </a:solidFill>
                <a:effectLst/>
              </a:rPr>
              <a:t> places an </a:t>
            </a:r>
            <a:r>
              <a:rPr lang="en-US" b="1" i="0" u="none" strike="noStrike" dirty="0">
                <a:solidFill>
                  <a:srgbClr val="000000"/>
                </a:solidFill>
                <a:effectLst/>
              </a:rPr>
              <a:t>Order</a:t>
            </a:r>
            <a:r>
              <a:rPr lang="en-US" b="0" i="0" u="none" strike="noStrike" dirty="0">
                <a:solidFill>
                  <a:srgbClr val="000000"/>
                </a:solidFill>
                <a:effectLst/>
              </a:rPr>
              <a:t>, an </a:t>
            </a:r>
            <a:r>
              <a:rPr lang="en-US" b="1" i="0" u="none" strike="noStrike" dirty="0">
                <a:solidFill>
                  <a:srgbClr val="000000"/>
                </a:solidFill>
                <a:effectLst/>
              </a:rPr>
              <a:t>Order</a:t>
            </a:r>
            <a:r>
              <a:rPr lang="en-US" b="0" i="0" u="none" strike="noStrike" dirty="0">
                <a:solidFill>
                  <a:srgbClr val="000000"/>
                </a:solidFill>
                <a:effectLst/>
              </a:rPr>
              <a:t> contains multiple </a:t>
            </a:r>
            <a:r>
              <a:rPr lang="en-US" b="1" i="0" u="none" strike="noStrike" dirty="0">
                <a:solidFill>
                  <a:srgbClr val="000000"/>
                </a:solidFill>
                <a:effectLst/>
              </a:rPr>
              <a:t>Products</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a:solidFill>
                  <a:srgbClr val="000000"/>
                </a:solidFill>
                <a:effectLst/>
              </a:rPr>
              <a:t>No Subclasses</a:t>
            </a:r>
            <a:r>
              <a:rPr lang="en-US" b="0" i="0" u="none" strike="noStrike" dirty="0">
                <a:solidFill>
                  <a:srgbClr val="000000"/>
                </a:solidFill>
                <a:effectLst/>
              </a:rPr>
              <a:t>: Products are all the same type (no need for categories like "electronics" or "clothing").</a:t>
            </a:r>
          </a:p>
          <a:p>
            <a:pPr algn="l">
              <a:buFont typeface="Arial" panose="020B0604020202020204" pitchFamily="34" charset="0"/>
              <a:buChar char="•"/>
            </a:pPr>
            <a:r>
              <a:rPr lang="en-US" b="1" i="0" u="none" strike="noStrike" dirty="0">
                <a:solidFill>
                  <a:srgbClr val="000000"/>
                </a:solidFill>
                <a:effectLst/>
              </a:rPr>
              <a:t>No Special Constraints</a:t>
            </a:r>
            <a:r>
              <a:rPr lang="en-US" b="0" i="0" u="none" strike="noStrike" dirty="0">
                <a:solidFill>
                  <a:srgbClr val="000000"/>
                </a:solidFill>
                <a:effectLst/>
              </a:rPr>
              <a:t>: Each order can contain many products, but there’s no special rule for whether a product is in multiple categories or whether a customer must place an order.</a:t>
            </a:r>
          </a:p>
          <a:p>
            <a:endParaRPr lang="en-US" dirty="0"/>
          </a:p>
          <a:p>
            <a:pPr algn="l"/>
            <a:r>
              <a:rPr lang="en-US" b="1" i="0" u="none" strike="noStrike" dirty="0">
                <a:solidFill>
                  <a:srgbClr val="000000"/>
                </a:solidFill>
                <a:effectLst/>
              </a:rPr>
              <a:t>When You Do Need EERD:</a:t>
            </a:r>
          </a:p>
          <a:p>
            <a:pPr algn="l"/>
            <a:r>
              <a:rPr lang="en-US" b="0" i="0" u="none" strike="noStrike" dirty="0">
                <a:solidFill>
                  <a:srgbClr val="000000"/>
                </a:solidFill>
                <a:effectLst/>
              </a:rPr>
              <a:t>You should consider using </a:t>
            </a:r>
            <a:r>
              <a:rPr lang="en-US" b="1" i="0" u="none" strike="noStrike" dirty="0">
                <a:solidFill>
                  <a:srgbClr val="000000"/>
                </a:solidFill>
                <a:effectLst/>
              </a:rPr>
              <a:t>EERD</a:t>
            </a:r>
            <a:r>
              <a:rPr lang="en-US" b="0" i="0" u="none" strike="noStrike" dirty="0">
                <a:solidFill>
                  <a:srgbClr val="000000"/>
                </a:solidFill>
                <a:effectLst/>
              </a:rPr>
              <a:t> when:</a:t>
            </a:r>
          </a:p>
          <a:p>
            <a:pPr algn="l">
              <a:buFont typeface="+mj-lt"/>
              <a:buAutoNum type="arabicPeriod"/>
            </a:pPr>
            <a:r>
              <a:rPr lang="en-US" b="1" i="0" u="none" strike="noStrike" dirty="0">
                <a:solidFill>
                  <a:srgbClr val="000000"/>
                </a:solidFill>
                <a:effectLst/>
              </a:rPr>
              <a:t>Inheritance</a:t>
            </a:r>
            <a:r>
              <a:rPr lang="en-US" b="0" i="0" u="none" strike="noStrike" dirty="0">
                <a:solidFill>
                  <a:srgbClr val="000000"/>
                </a:solidFill>
                <a:effectLst/>
              </a:rPr>
              <a:t>: You have entities that share common attributes but need specialized subclasses. For example, a </a:t>
            </a:r>
            <a:r>
              <a:rPr lang="en-US" b="1" i="0" u="none" strike="noStrike" dirty="0">
                <a:solidFill>
                  <a:srgbClr val="000000"/>
                </a:solidFill>
                <a:effectLst/>
              </a:rPr>
              <a:t>Person</a:t>
            </a:r>
            <a:r>
              <a:rPr lang="en-US" b="0" i="0" u="none" strike="noStrike" dirty="0">
                <a:solidFill>
                  <a:srgbClr val="000000"/>
                </a:solidFill>
                <a:effectLst/>
              </a:rPr>
              <a:t> entity with subclasses like </a:t>
            </a:r>
            <a:r>
              <a:rPr lang="en-US" b="1" i="0" u="none" strike="noStrike" dirty="0">
                <a:solidFill>
                  <a:srgbClr val="000000"/>
                </a:solidFill>
                <a:effectLst/>
              </a:rPr>
              <a:t>Student</a:t>
            </a:r>
            <a:r>
              <a:rPr lang="en-US" b="0" i="0" u="none" strike="noStrike" dirty="0">
                <a:solidFill>
                  <a:srgbClr val="000000"/>
                </a:solidFill>
                <a:effectLst/>
              </a:rPr>
              <a:t> and </a:t>
            </a:r>
            <a:r>
              <a:rPr lang="en-US" b="1" i="0" u="none" strike="noStrike" dirty="0">
                <a:solidFill>
                  <a:srgbClr val="000000"/>
                </a:solidFill>
                <a:effectLst/>
              </a:rPr>
              <a:t>Teacher</a:t>
            </a:r>
            <a:r>
              <a:rPr lang="en-US" b="0" i="0" u="none" strike="noStrike" dirty="0">
                <a:solidFill>
                  <a:srgbClr val="000000"/>
                </a:solidFill>
                <a:effectLst/>
              </a:rPr>
              <a:t>, each with unique attributes.</a:t>
            </a:r>
          </a:p>
          <a:p>
            <a:pPr algn="l">
              <a:buFont typeface="+mj-lt"/>
              <a:buAutoNum type="arabicPeriod"/>
            </a:pPr>
            <a:r>
              <a:rPr lang="en-US" b="1" i="0" u="none" strike="noStrike" dirty="0">
                <a:solidFill>
                  <a:srgbClr val="000000"/>
                </a:solidFill>
                <a:effectLst/>
              </a:rPr>
              <a:t>Categories</a:t>
            </a:r>
            <a:r>
              <a:rPr lang="en-US" b="0" i="0" u="none" strike="noStrike" dirty="0">
                <a:solidFill>
                  <a:srgbClr val="000000"/>
                </a:solidFill>
                <a:effectLst/>
              </a:rPr>
              <a:t>: You need to categorize entities into distinct groups (e.g., a </a:t>
            </a:r>
            <a:r>
              <a:rPr lang="en-US" b="1" i="0" u="none" strike="noStrike" dirty="0">
                <a:solidFill>
                  <a:srgbClr val="000000"/>
                </a:solidFill>
                <a:effectLst/>
              </a:rPr>
              <a:t>Vehicle</a:t>
            </a:r>
            <a:r>
              <a:rPr lang="en-US" b="0" i="0" u="none" strike="noStrike" dirty="0">
                <a:solidFill>
                  <a:srgbClr val="000000"/>
                </a:solidFill>
                <a:effectLst/>
              </a:rPr>
              <a:t> superclass with </a:t>
            </a:r>
            <a:r>
              <a:rPr lang="en-US" b="1" i="0" u="none" strike="noStrike" dirty="0">
                <a:solidFill>
                  <a:srgbClr val="000000"/>
                </a:solidFill>
                <a:effectLst/>
              </a:rPr>
              <a:t>Car</a:t>
            </a:r>
            <a:r>
              <a:rPr lang="en-US" b="0" i="0" u="none" strike="noStrike" dirty="0">
                <a:solidFill>
                  <a:srgbClr val="000000"/>
                </a:solidFill>
                <a:effectLst/>
              </a:rPr>
              <a:t>, </a:t>
            </a:r>
            <a:r>
              <a:rPr lang="en-US" b="1" i="0" u="none" strike="noStrike" dirty="0">
                <a:solidFill>
                  <a:srgbClr val="000000"/>
                </a:solidFill>
                <a:effectLst/>
              </a:rPr>
              <a:t>Truck</a:t>
            </a:r>
            <a:r>
              <a:rPr lang="en-US" b="0" i="0" u="none" strike="noStrike" dirty="0">
                <a:solidFill>
                  <a:srgbClr val="000000"/>
                </a:solidFill>
                <a:effectLst/>
              </a:rPr>
              <a:t>, and </a:t>
            </a:r>
            <a:r>
              <a:rPr lang="en-US" b="1" i="0" u="none" strike="noStrike" dirty="0">
                <a:solidFill>
                  <a:srgbClr val="000000"/>
                </a:solidFill>
                <a:effectLst/>
              </a:rPr>
              <a:t>SUV</a:t>
            </a:r>
            <a:r>
              <a:rPr lang="en-US" b="0" i="0" u="none" strike="noStrike" dirty="0">
                <a:solidFill>
                  <a:srgbClr val="000000"/>
                </a:solidFill>
                <a:effectLst/>
              </a:rPr>
              <a:t> subclasses, where each has specific attributes).</a:t>
            </a:r>
          </a:p>
          <a:p>
            <a:pPr algn="l">
              <a:buFont typeface="+mj-lt"/>
              <a:buAutoNum type="arabicPeriod"/>
            </a:pPr>
            <a:r>
              <a:rPr lang="en-US" b="1" i="0" u="none" strike="noStrike">
                <a:solidFill>
                  <a:srgbClr val="000000"/>
                </a:solidFill>
                <a:effectLst/>
              </a:rPr>
              <a:t>Complex Constraints</a:t>
            </a:r>
            <a:r>
              <a:rPr lang="en-US" b="0" i="0" u="none" strike="noStrike">
                <a:solidFill>
                  <a:srgbClr val="000000"/>
                </a:solidFill>
                <a:effectLst/>
              </a:rPr>
              <a:t>: You need advanced constraints, like ensuring that every entity in a superclass participates in a subclass (mandatory participation), or you need to model overlapping or disjoint sets (e.g., a </a:t>
            </a:r>
            <a:r>
              <a:rPr lang="en-US" b="1" i="0" u="none" strike="noStrike">
                <a:solidFill>
                  <a:srgbClr val="000000"/>
                </a:solidFill>
                <a:effectLst/>
              </a:rPr>
              <a:t>Product</a:t>
            </a:r>
            <a:r>
              <a:rPr lang="en-US" b="0" i="0" u="none" strike="noStrike">
                <a:solidFill>
                  <a:srgbClr val="000000"/>
                </a:solidFill>
                <a:effectLst/>
              </a:rPr>
              <a:t> that can belong to multiple categories).</a:t>
            </a:r>
          </a:p>
          <a:p>
            <a:endParaRPr lang="en-US" dirty="0"/>
          </a:p>
        </p:txBody>
      </p:sp>
      <p:sp>
        <p:nvSpPr>
          <p:cNvPr id="4" name="Slide Number Placeholder 3"/>
          <p:cNvSpPr>
            <a:spLocks noGrp="1"/>
          </p:cNvSpPr>
          <p:nvPr>
            <p:ph type="sldNum" sz="quarter" idx="5"/>
          </p:nvPr>
        </p:nvSpPr>
        <p:spPr/>
        <p:txBody>
          <a:bodyPr/>
          <a:lstStyle/>
          <a:p>
            <a:fld id="{092B6879-5321-45FF-A6AE-E6B1BB62CBAD}" type="slidenum">
              <a:rPr lang="en-US" smtClean="0"/>
              <a:t>27</a:t>
            </a:fld>
            <a:endParaRPr lang="en-US"/>
          </a:p>
        </p:txBody>
      </p:sp>
    </p:spTree>
    <p:extLst>
      <p:ext uri="{BB962C8B-B14F-4D97-AF65-F5344CB8AC3E}">
        <p14:creationId xmlns:p14="http://schemas.microsoft.com/office/powerpoint/2010/main" val="845142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rPr>
              <a:t>modeling a </a:t>
            </a:r>
            <a:r>
              <a:rPr lang="en-US" b="1" i="0" u="none" strike="noStrike" dirty="0">
                <a:solidFill>
                  <a:srgbClr val="000000"/>
                </a:solidFill>
                <a:effectLst/>
              </a:rPr>
              <a:t>Library System</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Basic Scenario (ERD)</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Entities</a:t>
            </a:r>
            <a:r>
              <a:rPr lang="en-US" b="0" i="0" u="none" strike="noStrike" dirty="0">
                <a:solidFill>
                  <a:srgbClr val="000000"/>
                </a:solidFill>
                <a:effectLst/>
              </a:rPr>
              <a:t>: Book and Author.</a:t>
            </a:r>
          </a:p>
          <a:p>
            <a:pPr marL="742950" lvl="1" indent="-285750" algn="l">
              <a:buFont typeface="+mj-lt"/>
              <a:buAutoNum type="arabicPeriod"/>
            </a:pPr>
            <a:r>
              <a:rPr lang="en-US" b="1" i="0" u="none" strike="noStrike" dirty="0">
                <a:solidFill>
                  <a:srgbClr val="000000"/>
                </a:solidFill>
                <a:effectLst/>
              </a:rPr>
              <a:t>Relationship</a:t>
            </a:r>
            <a:r>
              <a:rPr lang="en-US" b="0" i="0" u="none" strike="noStrike" dirty="0">
                <a:solidFill>
                  <a:srgbClr val="000000"/>
                </a:solidFill>
                <a:effectLst/>
              </a:rPr>
              <a:t>: An Author writes a Book.</a:t>
            </a:r>
          </a:p>
          <a:p>
            <a:pPr marL="742950" lvl="1" indent="-285750" algn="l">
              <a:buFont typeface="+mj-lt"/>
              <a:buAutoNum type="arabicPeriod"/>
            </a:pPr>
            <a:r>
              <a:rPr lang="en-US" b="1" i="0" u="none" strike="noStrike" dirty="0">
                <a:solidFill>
                  <a:srgbClr val="000000"/>
                </a:solidFill>
                <a:effectLst/>
              </a:rPr>
              <a:t>ERD Use</a:t>
            </a:r>
            <a:r>
              <a:rPr lang="en-US" b="0" i="0" u="none" strike="noStrike" dirty="0">
                <a:solidFill>
                  <a:srgbClr val="000000"/>
                </a:solidFill>
                <a:effectLst/>
              </a:rPr>
              <a:t>: This is simple. A Book can be written by multiple Authors, but it's straightforward.</a:t>
            </a:r>
          </a:p>
          <a:p>
            <a:pPr algn="l">
              <a:buFont typeface="+mj-lt"/>
              <a:buAutoNum type="arabicPeriod"/>
            </a:pPr>
            <a:endParaRPr lang="en-US" b="1" i="0" u="none" strike="noStrike" dirty="0">
              <a:solidFill>
                <a:srgbClr val="000000"/>
              </a:solidFill>
              <a:effectLst/>
            </a:endParaRPr>
          </a:p>
          <a:p>
            <a:pPr algn="l">
              <a:buFont typeface="+mj-lt"/>
              <a:buAutoNum type="arabicPeriod"/>
            </a:pPr>
            <a:r>
              <a:rPr lang="en-US" b="1" i="0" u="none" strike="noStrike" dirty="0">
                <a:solidFill>
                  <a:srgbClr val="000000"/>
                </a:solidFill>
                <a:effectLst/>
              </a:rPr>
              <a:t>Complex Scenario (EERD)</a:t>
            </a:r>
            <a:r>
              <a:rPr lang="en-US" b="0" i="0" u="none" strike="noStrike" dirty="0">
                <a:solidFill>
                  <a:srgbClr val="000000"/>
                </a:solidFill>
                <a:effectLst/>
              </a:rPr>
              <a:t>:</a:t>
            </a:r>
            <a:br>
              <a:rPr lang="en-US" b="0" i="0" u="none" strike="noStrike" dirty="0">
                <a:solidFill>
                  <a:srgbClr val="000000"/>
                </a:solidFill>
                <a:effectLst/>
              </a:rPr>
            </a:br>
            <a:r>
              <a:rPr lang="en-US" b="0" i="0" u="none" strike="noStrike" dirty="0">
                <a:solidFill>
                  <a:srgbClr val="000000"/>
                </a:solidFill>
                <a:effectLst/>
              </a:rPr>
              <a:t>Now, let's say some </a:t>
            </a:r>
            <a:r>
              <a:rPr lang="en-US" b="1" i="0" u="none" strike="noStrike" dirty="0">
                <a:solidFill>
                  <a:srgbClr val="000000"/>
                </a:solidFill>
                <a:effectLst/>
              </a:rPr>
              <a:t>Books</a:t>
            </a:r>
            <a:r>
              <a:rPr lang="en-US" b="0" i="0" u="none" strike="noStrike" dirty="0">
                <a:solidFill>
                  <a:srgbClr val="000000"/>
                </a:solidFill>
                <a:effectLst/>
              </a:rPr>
              <a:t> are </a:t>
            </a:r>
            <a:r>
              <a:rPr lang="en-US" b="1" i="0" u="none" strike="noStrike" dirty="0" err="1">
                <a:solidFill>
                  <a:srgbClr val="000000"/>
                </a:solidFill>
                <a:effectLst/>
              </a:rPr>
              <a:t>Ebooks</a:t>
            </a:r>
            <a:r>
              <a:rPr lang="en-US" b="0" i="0" u="none" strike="noStrike" dirty="0">
                <a:solidFill>
                  <a:srgbClr val="000000"/>
                </a:solidFill>
                <a:effectLst/>
              </a:rPr>
              <a:t> and others are </a:t>
            </a:r>
            <a:r>
              <a:rPr lang="en-US" b="1" i="0" u="none" strike="noStrike" dirty="0" err="1">
                <a:solidFill>
                  <a:srgbClr val="000000"/>
                </a:solidFill>
                <a:effectLst/>
              </a:rPr>
              <a:t>PhysicalBooks</a:t>
            </a:r>
            <a:r>
              <a:rPr lang="en-US" b="0" i="0" u="none" strike="noStrike" dirty="0">
                <a:solidFill>
                  <a:srgbClr val="000000"/>
                </a:solidFill>
                <a:effectLst/>
              </a:rPr>
              <a:t>. </a:t>
            </a:r>
            <a:r>
              <a:rPr lang="en-US" b="1" i="0" u="none" strike="noStrike" dirty="0">
                <a:solidFill>
                  <a:srgbClr val="000000"/>
                </a:solidFill>
                <a:effectLst/>
              </a:rPr>
              <a:t>Authors</a:t>
            </a:r>
            <a:r>
              <a:rPr lang="en-US" b="0" i="0" u="none" strike="noStrike" dirty="0">
                <a:solidFill>
                  <a:srgbClr val="000000"/>
                </a:solidFill>
                <a:effectLst/>
              </a:rPr>
              <a:t> can have different roles: </a:t>
            </a:r>
            <a:r>
              <a:rPr lang="en-US" b="1" i="0" u="none" strike="noStrike" dirty="0">
                <a:solidFill>
                  <a:srgbClr val="000000"/>
                </a:solidFill>
                <a:effectLst/>
              </a:rPr>
              <a:t>Primary Author</a:t>
            </a:r>
            <a:r>
              <a:rPr lang="en-US" b="0" i="0" u="none" strike="noStrike" dirty="0">
                <a:solidFill>
                  <a:srgbClr val="000000"/>
                </a:solidFill>
                <a:effectLst/>
              </a:rPr>
              <a:t> and </a:t>
            </a:r>
            <a:r>
              <a:rPr lang="en-US" b="1" i="0" u="none" strike="noStrike" dirty="0">
                <a:solidFill>
                  <a:srgbClr val="000000"/>
                </a:solidFill>
                <a:effectLst/>
              </a:rPr>
              <a:t>Co-author</a:t>
            </a:r>
            <a:r>
              <a:rPr lang="en-US" b="0" i="0" u="none" strike="noStrike" dirty="0">
                <a:solidFill>
                  <a:srgbClr val="000000"/>
                </a:solidFill>
                <a:effectLst/>
              </a:rPr>
              <a:t>. Also, each Book has a </a:t>
            </a:r>
            <a:r>
              <a:rPr lang="en-US" b="1" i="0" u="none" strike="noStrike" dirty="0">
                <a:solidFill>
                  <a:srgbClr val="000000"/>
                </a:solidFill>
                <a:effectLst/>
              </a:rPr>
              <a:t>Category</a:t>
            </a:r>
            <a:r>
              <a:rPr lang="en-US" b="0" i="0" u="none" strike="noStrike" dirty="0">
                <a:solidFill>
                  <a:srgbClr val="000000"/>
                </a:solidFill>
                <a:effectLst/>
              </a:rPr>
              <a:t> (like </a:t>
            </a:r>
            <a:r>
              <a:rPr lang="en-US" b="1" i="0" u="none" strike="noStrike" dirty="0">
                <a:solidFill>
                  <a:srgbClr val="000000"/>
                </a:solidFill>
                <a:effectLst/>
              </a:rPr>
              <a:t>Fiction</a:t>
            </a:r>
            <a:r>
              <a:rPr lang="en-US" b="0" i="0" u="none" strike="noStrike" dirty="0">
                <a:solidFill>
                  <a:srgbClr val="000000"/>
                </a:solidFill>
                <a:effectLst/>
              </a:rPr>
              <a:t>, </a:t>
            </a:r>
            <a:r>
              <a:rPr lang="en-US" b="1" i="0" u="none" strike="noStrike" dirty="0">
                <a:solidFill>
                  <a:srgbClr val="000000"/>
                </a:solidFill>
                <a:effectLst/>
              </a:rPr>
              <a:t>Non-fiction</a:t>
            </a:r>
            <a:r>
              <a:rPr lang="en-US" b="0" i="0" u="none" strike="noStrike" dirty="0">
                <a:solidFill>
                  <a:srgbClr val="000000"/>
                </a:solidFill>
                <a:effectLst/>
              </a:rPr>
              <a:t>).</a:t>
            </a:r>
          </a:p>
          <a:p>
            <a:pPr algn="l">
              <a:buFont typeface="+mj-lt"/>
              <a:buAutoNum type="arabicPeriod"/>
            </a:pPr>
            <a:endParaRPr lang="en-US" b="0" i="0" u="none" strike="noStrike" dirty="0">
              <a:solidFill>
                <a:srgbClr val="000000"/>
              </a:solidFill>
              <a:effectLst/>
            </a:endParaRPr>
          </a:p>
          <a:p>
            <a:pPr algn="l">
              <a:buFont typeface="+mj-lt"/>
              <a:buAutoNum type="arabicPeriod"/>
            </a:pPr>
            <a:r>
              <a:rPr lang="en-US" b="0" i="0" u="none" strike="noStrike" dirty="0">
                <a:solidFill>
                  <a:srgbClr val="000000"/>
                </a:solidFill>
                <a:effectLst/>
              </a:rPr>
              <a:t>In an </a:t>
            </a:r>
            <a:r>
              <a:rPr lang="en-US" b="1" i="0" u="none" strike="noStrike" dirty="0">
                <a:solidFill>
                  <a:srgbClr val="000000"/>
                </a:solidFill>
                <a:effectLst/>
              </a:rPr>
              <a:t>EERD</a:t>
            </a:r>
            <a:r>
              <a:rPr lang="en-US" b="0" i="0" u="none" strike="noStrike" dirty="0">
                <a:solidFill>
                  <a:srgbClr val="000000"/>
                </a:solidFill>
                <a:effectLst/>
              </a:rPr>
              <a:t>, you'd use:</a:t>
            </a:r>
          </a:p>
          <a:p>
            <a:pPr marL="742950" lvl="1" indent="-285750" algn="l">
              <a:buFont typeface="+mj-lt"/>
              <a:buAutoNum type="arabicPeriod"/>
            </a:pPr>
            <a:r>
              <a:rPr lang="en-US" b="1" i="0" u="none" strike="noStrike" dirty="0">
                <a:solidFill>
                  <a:srgbClr val="000000"/>
                </a:solidFill>
                <a:effectLst/>
              </a:rPr>
              <a:t>Subclasses</a:t>
            </a:r>
            <a:r>
              <a:rPr lang="en-US" b="0" i="0" u="none" strike="noStrike" dirty="0">
                <a:solidFill>
                  <a:srgbClr val="000000"/>
                </a:solidFill>
                <a:effectLst/>
              </a:rPr>
              <a:t>: Create subclasses for </a:t>
            </a:r>
            <a:r>
              <a:rPr lang="en-US" b="1" i="0" u="none" strike="noStrike" dirty="0" err="1">
                <a:solidFill>
                  <a:srgbClr val="000000"/>
                </a:solidFill>
                <a:effectLst/>
              </a:rPr>
              <a:t>Ebook</a:t>
            </a:r>
            <a:r>
              <a:rPr lang="en-US" b="0" i="0" u="none" strike="noStrike" dirty="0">
                <a:solidFill>
                  <a:srgbClr val="000000"/>
                </a:solidFill>
                <a:effectLst/>
              </a:rPr>
              <a:t> and </a:t>
            </a:r>
            <a:r>
              <a:rPr lang="en-US" b="1" i="0" u="none" strike="noStrike" dirty="0" err="1">
                <a:solidFill>
                  <a:srgbClr val="000000"/>
                </a:solidFill>
                <a:effectLst/>
              </a:rPr>
              <a:t>PhysicalBook</a:t>
            </a:r>
            <a:r>
              <a:rPr lang="en-US" b="0" i="0" u="none" strike="noStrike" dirty="0">
                <a:solidFill>
                  <a:srgbClr val="000000"/>
                </a:solidFill>
                <a:effectLst/>
              </a:rPr>
              <a:t> to capture their differences.</a:t>
            </a:r>
          </a:p>
          <a:p>
            <a:pPr marL="742950" lvl="1" indent="-285750" algn="l">
              <a:buFont typeface="+mj-lt"/>
              <a:buAutoNum type="arabicPeriod"/>
            </a:pPr>
            <a:r>
              <a:rPr lang="en-US" b="1" i="0" u="none" strike="noStrike" dirty="0">
                <a:solidFill>
                  <a:srgbClr val="000000"/>
                </a:solidFill>
                <a:effectLst/>
              </a:rPr>
              <a:t>Categories</a:t>
            </a:r>
            <a:r>
              <a:rPr lang="en-US" b="0" i="0" u="none" strike="noStrike" dirty="0">
                <a:solidFill>
                  <a:srgbClr val="000000"/>
                </a:solidFill>
                <a:effectLst/>
              </a:rPr>
              <a:t>: Use categories for Books (like </a:t>
            </a:r>
            <a:r>
              <a:rPr lang="en-US" b="1" i="0" u="none" strike="noStrike" dirty="0">
                <a:solidFill>
                  <a:srgbClr val="000000"/>
                </a:solidFill>
                <a:effectLst/>
              </a:rPr>
              <a:t>Fiction</a:t>
            </a:r>
            <a:r>
              <a:rPr lang="en-US" b="0" i="0" u="none" strike="noStrike" dirty="0">
                <a:solidFill>
                  <a:srgbClr val="000000"/>
                </a:solidFill>
                <a:effectLst/>
              </a:rPr>
              <a:t>, </a:t>
            </a:r>
            <a:r>
              <a:rPr lang="en-US" b="1" i="0" u="none" strike="noStrike" dirty="0">
                <a:solidFill>
                  <a:srgbClr val="000000"/>
                </a:solidFill>
                <a:effectLst/>
              </a:rPr>
              <a:t>Non-fiction</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Special Constraints</a:t>
            </a:r>
            <a:r>
              <a:rPr lang="en-US" b="0" i="0" u="none" strike="noStrike" dirty="0">
                <a:solidFill>
                  <a:srgbClr val="000000"/>
                </a:solidFill>
                <a:effectLst/>
              </a:rPr>
              <a:t>: For example, a </a:t>
            </a:r>
            <a:r>
              <a:rPr lang="en-US" b="1" i="0" u="none" strike="noStrike" dirty="0">
                <a:solidFill>
                  <a:srgbClr val="000000"/>
                </a:solidFill>
                <a:effectLst/>
              </a:rPr>
              <a:t>Primary Author</a:t>
            </a:r>
            <a:r>
              <a:rPr lang="en-US" b="0" i="0" u="none" strike="noStrike" dirty="0">
                <a:solidFill>
                  <a:srgbClr val="000000"/>
                </a:solidFill>
                <a:effectLst/>
              </a:rPr>
              <a:t> must be assigned to each </a:t>
            </a:r>
            <a:r>
              <a:rPr lang="en-US" b="1" i="0" u="none" strike="noStrike" dirty="0">
                <a:solidFill>
                  <a:srgbClr val="000000"/>
                </a:solidFill>
                <a:effectLst/>
              </a:rPr>
              <a:t>Book</a:t>
            </a:r>
            <a:r>
              <a:rPr lang="en-US" b="0" i="0" u="none" strike="noStrike" dirty="0">
                <a:solidFill>
                  <a:srgbClr val="000000"/>
                </a:solidFill>
                <a:effectLst/>
              </a:rPr>
              <a:t>, but a </a:t>
            </a:r>
            <a:r>
              <a:rPr lang="en-US" b="1" i="0" u="none" strike="noStrike" dirty="0">
                <a:solidFill>
                  <a:srgbClr val="000000"/>
                </a:solidFill>
                <a:effectLst/>
              </a:rPr>
              <a:t>Co-author</a:t>
            </a:r>
            <a:r>
              <a:rPr lang="en-US" b="0" i="0" u="none" strike="noStrike" dirty="0">
                <a:solidFill>
                  <a:srgbClr val="000000"/>
                </a:solidFill>
                <a:effectLst/>
              </a:rPr>
              <a:t> can be optional.</a:t>
            </a:r>
          </a:p>
          <a:p>
            <a:pPr algn="l"/>
            <a:endParaRPr lang="en-US" b="1" i="0" u="none" strike="noStrike" dirty="0">
              <a:solidFill>
                <a:srgbClr val="000000"/>
              </a:solidFill>
              <a:effectLst/>
            </a:endParaRPr>
          </a:p>
          <a:p>
            <a:pPr algn="l"/>
            <a:r>
              <a:rPr lang="en-US" b="1" i="0" u="none" strike="noStrike" dirty="0">
                <a:solidFill>
                  <a:srgbClr val="000000"/>
                </a:solidFill>
                <a:effectLst/>
              </a:rPr>
              <a:t>Why Would You Use EERD in This Case?</a:t>
            </a:r>
          </a:p>
          <a:p>
            <a:pPr algn="l">
              <a:buFont typeface="Arial" panose="020B0604020202020204" pitchFamily="34" charset="0"/>
              <a:buChar char="•"/>
            </a:pPr>
            <a:r>
              <a:rPr lang="en-US" b="1" i="0" u="none" strike="noStrike" dirty="0">
                <a:solidFill>
                  <a:srgbClr val="000000"/>
                </a:solidFill>
                <a:effectLst/>
              </a:rPr>
              <a:t>Inheritance</a:t>
            </a:r>
            <a:r>
              <a:rPr lang="en-US" b="0" i="0" u="none" strike="noStrike" dirty="0">
                <a:solidFill>
                  <a:srgbClr val="000000"/>
                </a:solidFill>
                <a:effectLst/>
              </a:rPr>
              <a:t>: </a:t>
            </a:r>
            <a:r>
              <a:rPr lang="en-US" b="1" i="0" u="none" strike="noStrike" dirty="0" err="1">
                <a:solidFill>
                  <a:srgbClr val="000000"/>
                </a:solidFill>
                <a:effectLst/>
              </a:rPr>
              <a:t>Ebook</a:t>
            </a:r>
            <a:r>
              <a:rPr lang="en-US" b="0" i="0" u="none" strike="noStrike" dirty="0">
                <a:solidFill>
                  <a:srgbClr val="000000"/>
                </a:solidFill>
                <a:effectLst/>
              </a:rPr>
              <a:t> and </a:t>
            </a:r>
            <a:r>
              <a:rPr lang="en-US" b="1" i="0" u="none" strike="noStrike" dirty="0" err="1">
                <a:solidFill>
                  <a:srgbClr val="000000"/>
                </a:solidFill>
                <a:effectLst/>
              </a:rPr>
              <a:t>PhysicalBook</a:t>
            </a:r>
            <a:r>
              <a:rPr lang="en-US" b="0" i="0" u="none" strike="noStrike" dirty="0">
                <a:solidFill>
                  <a:srgbClr val="000000"/>
                </a:solidFill>
                <a:effectLst/>
              </a:rPr>
              <a:t> are both types of </a:t>
            </a:r>
            <a:r>
              <a:rPr lang="en-US" b="1" i="0" u="none" strike="noStrike" dirty="0">
                <a:solidFill>
                  <a:srgbClr val="000000"/>
                </a:solidFill>
                <a:effectLst/>
              </a:rPr>
              <a:t>Book</a:t>
            </a:r>
            <a:r>
              <a:rPr lang="en-US" b="0" i="0" u="none" strike="noStrike" dirty="0">
                <a:solidFill>
                  <a:srgbClr val="000000"/>
                </a:solidFill>
                <a:effectLst/>
              </a:rPr>
              <a:t>, but they have unique attributes (e.g., </a:t>
            </a:r>
            <a:r>
              <a:rPr lang="en-US" b="1" i="0" u="none" strike="noStrike" dirty="0" err="1">
                <a:solidFill>
                  <a:srgbClr val="000000"/>
                </a:solidFill>
                <a:effectLst/>
              </a:rPr>
              <a:t>FileFormat</a:t>
            </a:r>
            <a:r>
              <a:rPr lang="en-US" b="0" i="0" u="none" strike="noStrike" dirty="0" err="1">
                <a:solidFill>
                  <a:srgbClr val="000000"/>
                </a:solidFill>
                <a:effectLst/>
              </a:rPr>
              <a:t>for</a:t>
            </a:r>
            <a:r>
              <a:rPr lang="en-US" b="0" i="0" u="none" strike="noStrike" dirty="0">
                <a:solidFill>
                  <a:srgbClr val="000000"/>
                </a:solidFill>
                <a:effectLst/>
              </a:rPr>
              <a:t> </a:t>
            </a:r>
            <a:r>
              <a:rPr lang="en-US" b="1" i="0" u="none" strike="noStrike" dirty="0" err="1">
                <a:solidFill>
                  <a:srgbClr val="000000"/>
                </a:solidFill>
                <a:effectLst/>
              </a:rPr>
              <a:t>Ebooks</a:t>
            </a:r>
            <a:r>
              <a:rPr lang="en-US" b="0" i="0" u="none" strike="noStrike" dirty="0">
                <a:solidFill>
                  <a:srgbClr val="000000"/>
                </a:solidFill>
                <a:effectLst/>
              </a:rPr>
              <a:t>).</a:t>
            </a:r>
          </a:p>
          <a:p>
            <a:pPr algn="l">
              <a:buFont typeface="Arial" panose="020B0604020202020204" pitchFamily="34" charset="0"/>
              <a:buChar char="•"/>
            </a:pPr>
            <a:r>
              <a:rPr lang="en-US" b="1" i="0" u="none" strike="noStrike" dirty="0">
                <a:solidFill>
                  <a:srgbClr val="000000"/>
                </a:solidFill>
                <a:effectLst/>
              </a:rPr>
              <a:t>Categories</a:t>
            </a:r>
            <a:r>
              <a:rPr lang="en-US" b="0" i="0" u="none" strike="noStrike" dirty="0">
                <a:solidFill>
                  <a:srgbClr val="000000"/>
                </a:solidFill>
                <a:effectLst/>
              </a:rPr>
              <a:t>: You might want to track whether a </a:t>
            </a:r>
            <a:r>
              <a:rPr lang="en-US" b="1" i="0" u="none" strike="noStrike" dirty="0">
                <a:solidFill>
                  <a:srgbClr val="000000"/>
                </a:solidFill>
                <a:effectLst/>
              </a:rPr>
              <a:t>Book</a:t>
            </a:r>
            <a:r>
              <a:rPr lang="en-US" b="0" i="0" u="none" strike="noStrike" dirty="0">
                <a:solidFill>
                  <a:srgbClr val="000000"/>
                </a:solidFill>
                <a:effectLst/>
              </a:rPr>
              <a:t> belongs to the </a:t>
            </a:r>
            <a:r>
              <a:rPr lang="en-US" b="1" i="0" u="none" strike="noStrike" dirty="0">
                <a:solidFill>
                  <a:srgbClr val="000000"/>
                </a:solidFill>
                <a:effectLst/>
              </a:rPr>
              <a:t>Fiction</a:t>
            </a:r>
            <a:r>
              <a:rPr lang="en-US" b="0" i="0" u="none" strike="noStrike" dirty="0">
                <a:solidFill>
                  <a:srgbClr val="000000"/>
                </a:solidFill>
                <a:effectLst/>
              </a:rPr>
              <a:t> or </a:t>
            </a:r>
            <a:r>
              <a:rPr lang="en-US" b="1" i="0" u="none" strike="noStrike" dirty="0">
                <a:solidFill>
                  <a:srgbClr val="000000"/>
                </a:solidFill>
                <a:effectLst/>
              </a:rPr>
              <a:t>Non-fiction</a:t>
            </a:r>
            <a:r>
              <a:rPr lang="en-US" b="0" i="0" u="none" strike="noStrike" dirty="0">
                <a:solidFill>
                  <a:srgbClr val="000000"/>
                </a:solidFill>
                <a:effectLst/>
              </a:rPr>
              <a:t> category.</a:t>
            </a:r>
          </a:p>
          <a:p>
            <a:pPr algn="l">
              <a:buFont typeface="Arial" panose="020B0604020202020204" pitchFamily="34" charset="0"/>
              <a:buChar char="•"/>
            </a:pPr>
            <a:r>
              <a:rPr lang="en-US" b="1" i="0" u="none" strike="noStrike" dirty="0">
                <a:solidFill>
                  <a:srgbClr val="000000"/>
                </a:solidFill>
                <a:effectLst/>
              </a:rPr>
              <a:t>Complex Rules</a:t>
            </a:r>
            <a:r>
              <a:rPr lang="en-US" b="0" i="0" u="none" strike="noStrike" dirty="0">
                <a:solidFill>
                  <a:srgbClr val="000000"/>
                </a:solidFill>
                <a:effectLst/>
              </a:rPr>
              <a:t>: For example, every </a:t>
            </a:r>
            <a:r>
              <a:rPr lang="en-US" b="1" i="0" u="none" strike="noStrike" dirty="0">
                <a:solidFill>
                  <a:srgbClr val="000000"/>
                </a:solidFill>
                <a:effectLst/>
              </a:rPr>
              <a:t>Book</a:t>
            </a:r>
            <a:r>
              <a:rPr lang="en-US" b="0" i="0" u="none" strike="noStrike" dirty="0">
                <a:solidFill>
                  <a:srgbClr val="000000"/>
                </a:solidFill>
                <a:effectLst/>
              </a:rPr>
              <a:t> must have a </a:t>
            </a:r>
            <a:r>
              <a:rPr lang="en-US" b="1" i="0" u="none" strike="noStrike" dirty="0">
                <a:solidFill>
                  <a:srgbClr val="000000"/>
                </a:solidFill>
                <a:effectLst/>
              </a:rPr>
              <a:t>Primary Author</a:t>
            </a:r>
            <a:r>
              <a:rPr lang="en-US" b="0" i="0" u="none" strike="noStrike" dirty="0">
                <a:solidFill>
                  <a:srgbClr val="000000"/>
                </a:solidFill>
                <a:effectLst/>
              </a:rPr>
              <a:t>, but </a:t>
            </a:r>
            <a:r>
              <a:rPr lang="en-US" b="1" i="0" u="none" strike="noStrike" dirty="0">
                <a:solidFill>
                  <a:srgbClr val="000000"/>
                </a:solidFill>
                <a:effectLst/>
              </a:rPr>
              <a:t>Co-authors</a:t>
            </a:r>
            <a:r>
              <a:rPr lang="en-US" b="0" i="0" u="none" strike="noStrike" dirty="0">
                <a:solidFill>
                  <a:srgbClr val="000000"/>
                </a:solidFill>
                <a:effectLst/>
              </a:rPr>
              <a:t> are optional.</a:t>
            </a:r>
          </a:p>
          <a:p>
            <a:endParaRPr lang="en-US" dirty="0"/>
          </a:p>
        </p:txBody>
      </p:sp>
      <p:sp>
        <p:nvSpPr>
          <p:cNvPr id="4" name="Slide Number Placeholder 3"/>
          <p:cNvSpPr>
            <a:spLocks noGrp="1"/>
          </p:cNvSpPr>
          <p:nvPr>
            <p:ph type="sldNum" sz="quarter" idx="5"/>
          </p:nvPr>
        </p:nvSpPr>
        <p:spPr/>
        <p:txBody>
          <a:bodyPr/>
          <a:lstStyle/>
          <a:p>
            <a:fld id="{092B6879-5321-45FF-A6AE-E6B1BB62CBAD}" type="slidenum">
              <a:rPr lang="en-US" smtClean="0"/>
              <a:t>28</a:t>
            </a:fld>
            <a:endParaRPr lang="en-US"/>
          </a:p>
        </p:txBody>
      </p:sp>
    </p:spTree>
    <p:extLst>
      <p:ext uri="{BB962C8B-B14F-4D97-AF65-F5344CB8AC3E}">
        <p14:creationId xmlns:p14="http://schemas.microsoft.com/office/powerpoint/2010/main" val="41256226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u="none" strike="noStrike" dirty="0">
                <a:solidFill>
                  <a:srgbClr val="000000"/>
                </a:solidFill>
                <a:effectLst/>
              </a:rPr>
              <a:t>Scenario: Online Store System</a:t>
            </a:r>
          </a:p>
          <a:p>
            <a:pPr algn="l"/>
            <a:r>
              <a:rPr lang="en-US" b="0" i="0" u="none" strike="noStrike" dirty="0">
                <a:solidFill>
                  <a:srgbClr val="000000"/>
                </a:solidFill>
                <a:effectLst/>
              </a:rPr>
              <a:t>We want to keep track of </a:t>
            </a:r>
            <a:r>
              <a:rPr lang="en-US" b="1" i="0" u="none" strike="noStrike" dirty="0">
                <a:solidFill>
                  <a:srgbClr val="000000"/>
                </a:solidFill>
                <a:effectLst/>
              </a:rPr>
              <a:t>Customers</a:t>
            </a:r>
            <a:r>
              <a:rPr lang="en-US" b="0" i="0" u="none" strike="noStrike" dirty="0">
                <a:solidFill>
                  <a:srgbClr val="000000"/>
                </a:solidFill>
                <a:effectLst/>
              </a:rPr>
              <a:t>, </a:t>
            </a:r>
            <a:r>
              <a:rPr lang="en-US" b="1" i="0" u="none" strike="noStrike" dirty="0">
                <a:solidFill>
                  <a:srgbClr val="000000"/>
                </a:solidFill>
                <a:effectLst/>
              </a:rPr>
              <a:t>Products</a:t>
            </a:r>
            <a:r>
              <a:rPr lang="en-US" b="0" i="0" u="none" strike="noStrike" dirty="0">
                <a:solidFill>
                  <a:srgbClr val="000000"/>
                </a:solidFill>
                <a:effectLst/>
              </a:rPr>
              <a:t>, and </a:t>
            </a:r>
            <a:r>
              <a:rPr lang="en-US" b="1" i="0" u="none" strike="noStrike" dirty="0">
                <a:solidFill>
                  <a:srgbClr val="000000"/>
                </a:solidFill>
                <a:effectLst/>
              </a:rPr>
              <a:t>Orders</a:t>
            </a:r>
            <a:r>
              <a:rPr lang="en-US" b="0" i="0" u="none" strike="noStrike" dirty="0">
                <a:solidFill>
                  <a:srgbClr val="000000"/>
                </a:solidFill>
                <a:effectLst/>
              </a:rPr>
              <a:t>.</a:t>
            </a:r>
          </a:p>
          <a:p>
            <a:pPr algn="l"/>
            <a:endParaRPr lang="en-US" b="0" i="0" u="none" strike="noStrike" dirty="0">
              <a:solidFill>
                <a:srgbClr val="000000"/>
              </a:solidFill>
              <a:effectLst/>
            </a:endParaRPr>
          </a:p>
          <a:p>
            <a:pPr algn="l"/>
            <a:r>
              <a:rPr lang="en-US" b="1" i="0" u="none" strike="noStrike" dirty="0">
                <a:solidFill>
                  <a:srgbClr val="000000"/>
                </a:solidFill>
                <a:effectLst/>
              </a:rPr>
              <a:t>Entities and Attributes</a:t>
            </a:r>
          </a:p>
          <a:p>
            <a:pPr algn="l">
              <a:buFont typeface="+mj-lt"/>
              <a:buAutoNum type="arabicPeriod"/>
            </a:pPr>
            <a:r>
              <a:rPr lang="en-US" b="1" i="0" u="none" strike="noStrike" dirty="0">
                <a:solidFill>
                  <a:srgbClr val="000000"/>
                </a:solidFill>
                <a:effectLst/>
              </a:rPr>
              <a:t>Customer</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Attributes: </a:t>
            </a:r>
            <a:r>
              <a:rPr lang="en-US" b="0" i="0" u="none" strike="noStrike" dirty="0" err="1">
                <a:solidFill>
                  <a:srgbClr val="000000"/>
                </a:solidFill>
                <a:effectLst/>
              </a:rPr>
              <a:t>CustomerID</a:t>
            </a:r>
            <a:r>
              <a:rPr lang="en-US" b="0" i="0" u="none" strike="noStrike" dirty="0">
                <a:solidFill>
                  <a:srgbClr val="000000"/>
                </a:solidFill>
                <a:effectLst/>
              </a:rPr>
              <a:t>, Name, Email, </a:t>
            </a:r>
            <a:r>
              <a:rPr lang="en-US" b="0" i="0" u="none" strike="noStrike" dirty="0" err="1">
                <a:solidFill>
                  <a:srgbClr val="000000"/>
                </a:solidFill>
                <a:effectLst/>
              </a:rPr>
              <a:t>PhoneNumber</a:t>
            </a:r>
            <a:r>
              <a:rPr lang="en-US" b="0" i="0" u="none" strike="noStrike" dirty="0">
                <a:solidFill>
                  <a:srgbClr val="000000"/>
                </a:solidFill>
                <a:effectLst/>
              </a:rPr>
              <a:t>, Address</a:t>
            </a:r>
          </a:p>
          <a:p>
            <a:pPr algn="l">
              <a:buFont typeface="+mj-lt"/>
              <a:buAutoNum type="arabicPeriod"/>
            </a:pPr>
            <a:r>
              <a:rPr lang="en-US" b="1" i="0" u="none" strike="noStrike" dirty="0">
                <a:solidFill>
                  <a:srgbClr val="000000"/>
                </a:solidFill>
                <a:effectLst/>
              </a:rPr>
              <a:t>Product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Attributes: </a:t>
            </a:r>
            <a:r>
              <a:rPr lang="en-US" b="0" i="0" u="none" strike="noStrike" dirty="0" err="1">
                <a:solidFill>
                  <a:srgbClr val="000000"/>
                </a:solidFill>
                <a:effectLst/>
              </a:rPr>
              <a:t>ProductID</a:t>
            </a:r>
            <a:r>
              <a:rPr lang="en-US" b="0" i="0" u="none" strike="noStrike" dirty="0">
                <a:solidFill>
                  <a:srgbClr val="000000"/>
                </a:solidFill>
                <a:effectLst/>
              </a:rPr>
              <a:t>, ProductName, Price, </a:t>
            </a:r>
            <a:r>
              <a:rPr lang="en-US" b="0" i="0" u="none" strike="noStrike" dirty="0" err="1">
                <a:solidFill>
                  <a:srgbClr val="000000"/>
                </a:solidFill>
                <a:effectLst/>
              </a:rPr>
              <a:t>StockQuantity</a:t>
            </a:r>
            <a:endParaRPr lang="en-US" b="0" i="0" u="none" strike="noStrike" dirty="0">
              <a:solidFill>
                <a:srgbClr val="000000"/>
              </a:solidFill>
              <a:effectLst/>
            </a:endParaRPr>
          </a:p>
          <a:p>
            <a:pPr algn="l">
              <a:buFont typeface="+mj-lt"/>
              <a:buAutoNum type="arabicPeriod"/>
            </a:pPr>
            <a:r>
              <a:rPr lang="en-US" b="1" i="0" u="none" strike="noStrike" dirty="0">
                <a:solidFill>
                  <a:srgbClr val="000000"/>
                </a:solidFill>
                <a:effectLst/>
              </a:rPr>
              <a:t>Order</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Attributes: </a:t>
            </a:r>
            <a:r>
              <a:rPr lang="en-US" b="0" i="0" u="none" strike="noStrike" dirty="0" err="1">
                <a:solidFill>
                  <a:srgbClr val="000000"/>
                </a:solidFill>
                <a:effectLst/>
              </a:rPr>
              <a:t>OrderID</a:t>
            </a:r>
            <a:r>
              <a:rPr lang="en-US" b="0" i="0" u="none" strike="noStrike" dirty="0">
                <a:solidFill>
                  <a:srgbClr val="000000"/>
                </a:solidFill>
                <a:effectLst/>
              </a:rPr>
              <a:t>, </a:t>
            </a:r>
            <a:r>
              <a:rPr lang="en-US" b="0" i="0" u="none" strike="noStrike" dirty="0" err="1">
                <a:solidFill>
                  <a:srgbClr val="000000"/>
                </a:solidFill>
                <a:effectLst/>
              </a:rPr>
              <a:t>OrderDate</a:t>
            </a:r>
            <a:r>
              <a:rPr lang="en-US" b="0" i="0" u="none" strike="noStrike" dirty="0">
                <a:solidFill>
                  <a:srgbClr val="000000"/>
                </a:solidFill>
                <a:effectLst/>
              </a:rPr>
              <a:t>, </a:t>
            </a:r>
            <a:r>
              <a:rPr lang="en-US" b="0" i="0" u="none" strike="noStrike" dirty="0" err="1">
                <a:solidFill>
                  <a:srgbClr val="000000"/>
                </a:solidFill>
                <a:effectLst/>
              </a:rPr>
              <a:t>TotalAmount</a:t>
            </a:r>
            <a:endParaRPr lang="en-US" b="0" i="0" u="none" strike="noStrike" dirty="0">
              <a:solidFill>
                <a:srgbClr val="000000"/>
              </a:solidFill>
              <a:effectLst/>
            </a:endParaRPr>
          </a:p>
          <a:p>
            <a:pPr algn="l"/>
            <a:endParaRPr lang="en-US" b="1" i="0" u="none" strike="noStrike" dirty="0">
              <a:solidFill>
                <a:srgbClr val="000000"/>
              </a:solidFill>
              <a:effectLst/>
            </a:endParaRPr>
          </a:p>
          <a:p>
            <a:pPr algn="l"/>
            <a:r>
              <a:rPr lang="en-US" b="1" i="0" u="none" strike="noStrike" dirty="0">
                <a:solidFill>
                  <a:srgbClr val="000000"/>
                </a:solidFill>
                <a:effectLst/>
              </a:rPr>
              <a:t>Relationships</a:t>
            </a:r>
          </a:p>
          <a:p>
            <a:pPr algn="l">
              <a:buFont typeface="+mj-lt"/>
              <a:buAutoNum type="arabicPeriod"/>
            </a:pPr>
            <a:r>
              <a:rPr lang="en-US" b="1" i="0" u="none" strike="noStrike" dirty="0">
                <a:solidFill>
                  <a:srgbClr val="000000"/>
                </a:solidFill>
                <a:effectLst/>
              </a:rPr>
              <a:t>Customer and Order</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Customer</a:t>
            </a:r>
            <a:r>
              <a:rPr lang="en-US" b="0" i="0" u="none" strike="noStrike" dirty="0">
                <a:solidFill>
                  <a:srgbClr val="000000"/>
                </a:solidFill>
                <a:effectLst/>
              </a:rPr>
              <a:t> can place multiple </a:t>
            </a:r>
            <a:r>
              <a:rPr lang="en-US" b="1" i="0" u="none" strike="noStrike" dirty="0">
                <a:solidFill>
                  <a:srgbClr val="000000"/>
                </a:solidFill>
                <a:effectLst/>
              </a:rPr>
              <a:t>Orders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Each </a:t>
            </a:r>
            <a:r>
              <a:rPr lang="en-US" b="1" i="0" u="none" strike="noStrike" dirty="0">
                <a:solidFill>
                  <a:srgbClr val="000000"/>
                </a:solidFill>
                <a:effectLst/>
              </a:rPr>
              <a:t>Order</a:t>
            </a:r>
            <a:r>
              <a:rPr lang="en-US" b="0" i="0" u="none" strike="noStrike" dirty="0">
                <a:solidFill>
                  <a:srgbClr val="000000"/>
                </a:solidFill>
                <a:effectLst/>
              </a:rPr>
              <a:t> is placed by only one </a:t>
            </a:r>
            <a:r>
              <a:rPr lang="en-US" b="1" i="0" u="none" strike="noStrike" dirty="0">
                <a:solidFill>
                  <a:srgbClr val="000000"/>
                </a:solidFill>
                <a:effectLst/>
              </a:rPr>
              <a:t>Customer</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This is a </a:t>
            </a:r>
            <a:r>
              <a:rPr lang="en-US" b="1" i="0" u="none" strike="noStrike" dirty="0">
                <a:solidFill>
                  <a:srgbClr val="000000"/>
                </a:solidFill>
                <a:effectLst/>
              </a:rPr>
              <a:t>one-to-many</a:t>
            </a:r>
            <a:r>
              <a:rPr lang="en-US" b="0" i="0" u="none" strike="noStrike" dirty="0">
                <a:solidFill>
                  <a:srgbClr val="000000"/>
                </a:solidFill>
                <a:effectLst/>
              </a:rPr>
              <a:t> relationship: one </a:t>
            </a:r>
            <a:r>
              <a:rPr lang="en-US" b="1" i="0" u="none" strike="noStrike" dirty="0">
                <a:solidFill>
                  <a:srgbClr val="000000"/>
                </a:solidFill>
                <a:effectLst/>
              </a:rPr>
              <a:t>Customer</a:t>
            </a:r>
            <a:r>
              <a:rPr lang="en-US" b="0" i="0" u="none" strike="noStrike" dirty="0">
                <a:solidFill>
                  <a:srgbClr val="000000"/>
                </a:solidFill>
                <a:effectLst/>
              </a:rPr>
              <a:t> can have many </a:t>
            </a:r>
            <a:r>
              <a:rPr lang="en-US" b="1" i="0" u="none" strike="noStrike" dirty="0">
                <a:solidFill>
                  <a:srgbClr val="000000"/>
                </a:solidFill>
                <a:effectLst/>
              </a:rPr>
              <a:t>Orders</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Order and Product</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An </a:t>
            </a:r>
            <a:r>
              <a:rPr lang="en-US" b="1" i="0" u="none" strike="noStrike" dirty="0">
                <a:solidFill>
                  <a:srgbClr val="000000"/>
                </a:solidFill>
                <a:effectLst/>
              </a:rPr>
              <a:t>Order</a:t>
            </a:r>
            <a:r>
              <a:rPr lang="en-US" b="0" i="0" u="none" strike="noStrike" dirty="0">
                <a:solidFill>
                  <a:srgbClr val="000000"/>
                </a:solidFill>
                <a:effectLst/>
              </a:rPr>
              <a:t> can contain multiple </a:t>
            </a:r>
            <a:r>
              <a:rPr lang="en-US" b="1" i="0" u="none" strike="noStrike" dirty="0">
                <a:solidFill>
                  <a:srgbClr val="000000"/>
                </a:solidFill>
                <a:effectLst/>
              </a:rPr>
              <a:t>Products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A </a:t>
            </a:r>
            <a:r>
              <a:rPr lang="en-US" b="1" i="0" u="none" strike="noStrike" dirty="0">
                <a:solidFill>
                  <a:srgbClr val="000000"/>
                </a:solidFill>
                <a:effectLst/>
              </a:rPr>
              <a:t>Product</a:t>
            </a:r>
            <a:r>
              <a:rPr lang="en-US" b="0" i="0" u="none" strike="noStrike" dirty="0">
                <a:solidFill>
                  <a:srgbClr val="000000"/>
                </a:solidFill>
                <a:effectLst/>
              </a:rPr>
              <a:t> can be part of many </a:t>
            </a:r>
            <a:r>
              <a:rPr lang="en-US" b="1" i="0" u="none" strike="noStrike" dirty="0">
                <a:solidFill>
                  <a:srgbClr val="000000"/>
                </a:solidFill>
                <a:effectLst/>
              </a:rPr>
              <a:t>Orders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This is a </a:t>
            </a:r>
            <a:r>
              <a:rPr lang="en-US" b="1" i="0" u="none" strike="noStrike" dirty="0">
                <a:solidFill>
                  <a:srgbClr val="000000"/>
                </a:solidFill>
                <a:effectLst/>
              </a:rPr>
              <a:t>many-to-many</a:t>
            </a:r>
            <a:r>
              <a:rPr lang="en-US" b="0" i="0" u="none" strike="noStrike" dirty="0">
                <a:solidFill>
                  <a:srgbClr val="000000"/>
                </a:solidFill>
                <a:effectLst/>
              </a:rPr>
              <a:t> relationship: one </a:t>
            </a:r>
            <a:r>
              <a:rPr lang="en-US" b="1" i="0" u="none" strike="noStrike" dirty="0">
                <a:solidFill>
                  <a:srgbClr val="000000"/>
                </a:solidFill>
                <a:effectLst/>
              </a:rPr>
              <a:t>Order</a:t>
            </a:r>
            <a:r>
              <a:rPr lang="en-US" b="0" i="0" u="none" strike="noStrike" dirty="0">
                <a:solidFill>
                  <a:srgbClr val="000000"/>
                </a:solidFill>
                <a:effectLst/>
              </a:rPr>
              <a:t> can have many </a:t>
            </a:r>
            <a:r>
              <a:rPr lang="en-US" b="1" i="0" u="none" strike="noStrike" dirty="0">
                <a:solidFill>
                  <a:srgbClr val="000000"/>
                </a:solidFill>
                <a:effectLst/>
              </a:rPr>
              <a:t>Products</a:t>
            </a:r>
            <a:r>
              <a:rPr lang="en-US" b="0" i="0" u="none" strike="noStrike" dirty="0">
                <a:solidFill>
                  <a:srgbClr val="000000"/>
                </a:solidFill>
                <a:effectLst/>
              </a:rPr>
              <a:t> and vice versa.</a:t>
            </a:r>
          </a:p>
          <a:p>
            <a:pPr algn="l"/>
            <a:endParaRPr lang="en-US" b="1" i="0" u="none" strike="noStrike" dirty="0">
              <a:solidFill>
                <a:srgbClr val="000000"/>
              </a:solidFill>
              <a:effectLst/>
            </a:endParaRPr>
          </a:p>
          <a:p>
            <a:pPr algn="l"/>
            <a:r>
              <a:rPr lang="en-US" b="1" i="0" u="none" strike="noStrike" dirty="0">
                <a:solidFill>
                  <a:srgbClr val="000000"/>
                </a:solidFill>
                <a:effectLst/>
              </a:rPr>
              <a:t>Participation and Constraints</a:t>
            </a:r>
          </a:p>
          <a:p>
            <a:pPr algn="l">
              <a:buFont typeface="+mj-lt"/>
              <a:buAutoNum type="arabicPeriod"/>
            </a:pPr>
            <a:r>
              <a:rPr lang="en-US" b="1" i="0" u="none" strike="noStrike" dirty="0">
                <a:solidFill>
                  <a:srgbClr val="000000"/>
                </a:solidFill>
                <a:effectLst/>
              </a:rPr>
              <a:t>Mandatory Participation</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Every </a:t>
            </a:r>
            <a:r>
              <a:rPr lang="en-US" b="1" i="0" u="none" strike="noStrike" dirty="0">
                <a:solidFill>
                  <a:srgbClr val="000000"/>
                </a:solidFill>
                <a:effectLst/>
              </a:rPr>
              <a:t>Order</a:t>
            </a:r>
            <a:r>
              <a:rPr lang="en-US" b="0" i="0" u="none" strike="noStrike" dirty="0">
                <a:solidFill>
                  <a:srgbClr val="000000"/>
                </a:solidFill>
                <a:effectLst/>
              </a:rPr>
              <a:t> must be linked to a </a:t>
            </a:r>
            <a:r>
              <a:rPr lang="en-US" b="1" i="0" u="none" strike="noStrike" dirty="0">
                <a:solidFill>
                  <a:srgbClr val="000000"/>
                </a:solidFill>
                <a:effectLst/>
              </a:rPr>
              <a:t>Customer</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Every </a:t>
            </a:r>
            <a:r>
              <a:rPr lang="en-US" b="1" i="0" u="none" strike="noStrike" dirty="0">
                <a:solidFill>
                  <a:srgbClr val="000000"/>
                </a:solidFill>
                <a:effectLst/>
              </a:rPr>
              <a:t>Order</a:t>
            </a:r>
            <a:r>
              <a:rPr lang="en-US" b="0" i="0" u="none" strike="noStrike" dirty="0">
                <a:solidFill>
                  <a:srgbClr val="000000"/>
                </a:solidFill>
                <a:effectLst/>
              </a:rPr>
              <a:t> must include at least one </a:t>
            </a:r>
            <a:r>
              <a:rPr lang="en-US" b="1" i="0" u="none" strike="noStrike" dirty="0">
                <a:solidFill>
                  <a:srgbClr val="000000"/>
                </a:solidFill>
                <a:effectLst/>
              </a:rPr>
              <a:t>Product</a:t>
            </a:r>
            <a:r>
              <a:rPr lang="en-US" b="0" i="0" u="none" strike="noStrike" dirty="0">
                <a:solidFill>
                  <a:srgbClr val="000000"/>
                </a:solidFill>
                <a:effectLst/>
              </a:rPr>
              <a:t>.</a:t>
            </a:r>
          </a:p>
          <a:p>
            <a:pPr algn="l">
              <a:buFont typeface="+mj-lt"/>
              <a:buAutoNum type="arabicPeriod"/>
            </a:pPr>
            <a:r>
              <a:rPr lang="en-US" b="1" i="0" u="none" strike="noStrike" dirty="0">
                <a:solidFill>
                  <a:srgbClr val="000000"/>
                </a:solidFill>
                <a:effectLst/>
              </a:rPr>
              <a:t>Optional Participation</a:t>
            </a:r>
            <a:r>
              <a:rPr lang="en-US" b="0" i="0" u="none" strike="noStrike" dirty="0">
                <a:solidFill>
                  <a:srgbClr val="000000"/>
                </a:solidFill>
                <a:effectLst/>
              </a:rPr>
              <a:t>:</a:t>
            </a:r>
          </a:p>
          <a:p>
            <a:pPr marL="742950" lvl="1" indent="-285750" algn="l">
              <a:buFont typeface="+mj-lt"/>
              <a:buAutoNum type="arabicPeriod"/>
            </a:pPr>
            <a:r>
              <a:rPr lang="en-US" b="1" i="0" u="none" strike="noStrike" dirty="0">
                <a:solidFill>
                  <a:srgbClr val="000000"/>
                </a:solidFill>
                <a:effectLst/>
              </a:rPr>
              <a:t>Customers</a:t>
            </a:r>
            <a:r>
              <a:rPr lang="en-US" b="0" i="0" u="none" strike="noStrike" dirty="0">
                <a:solidFill>
                  <a:srgbClr val="000000"/>
                </a:solidFill>
                <a:effectLst/>
              </a:rPr>
              <a:t> might not have placed an order yet (optional).</a:t>
            </a:r>
          </a:p>
          <a:p>
            <a:pPr algn="l">
              <a:buFont typeface="+mj-lt"/>
              <a:buAutoNum type="arabicPeriod"/>
            </a:pPr>
            <a:r>
              <a:rPr lang="en-US" b="1" i="0" u="none" strike="noStrike" dirty="0">
                <a:solidFill>
                  <a:srgbClr val="000000"/>
                </a:solidFill>
                <a:effectLst/>
              </a:rPr>
              <a:t>Disjoint Constraints</a:t>
            </a:r>
            <a:r>
              <a:rPr lang="en-US" b="0" i="0" u="none" strike="noStrike" dirty="0">
                <a:solidFill>
                  <a:srgbClr val="000000"/>
                </a:solidFill>
                <a:effectLst/>
              </a:rPr>
              <a:t>:</a:t>
            </a:r>
          </a:p>
          <a:p>
            <a:pPr marL="742950" lvl="1" indent="-285750" algn="l">
              <a:buFont typeface="+mj-lt"/>
              <a:buAutoNum type="arabicPeriod"/>
            </a:pPr>
            <a:r>
              <a:rPr lang="en-US" b="0" i="0" u="none" strike="noStrike" dirty="0">
                <a:solidFill>
                  <a:srgbClr val="000000"/>
                </a:solidFill>
                <a:effectLst/>
              </a:rPr>
              <a:t>We don’t need a disjoint constraint here since </a:t>
            </a:r>
            <a:r>
              <a:rPr lang="en-US" b="1" i="0" u="none" strike="noStrike" dirty="0">
                <a:solidFill>
                  <a:srgbClr val="000000"/>
                </a:solidFill>
                <a:effectLst/>
              </a:rPr>
              <a:t>Products</a:t>
            </a:r>
            <a:r>
              <a:rPr lang="en-US" b="0" i="0" u="none" strike="noStrike" dirty="0">
                <a:solidFill>
                  <a:srgbClr val="000000"/>
                </a:solidFill>
                <a:effectLst/>
              </a:rPr>
              <a:t> aren’t categorized (just a basic catalog).</a:t>
            </a:r>
          </a:p>
          <a:p>
            <a:pPr marL="742950" lvl="1" indent="-285750" algn="l">
              <a:buFont typeface="+mj-lt"/>
              <a:buAutoNum type="arabicPeriod"/>
            </a:pPr>
            <a:endParaRPr lang="en-US" b="0" i="0" u="none" strike="noStrike" dirty="0">
              <a:solidFill>
                <a:srgbClr val="000000"/>
              </a:solidFill>
              <a:effectLst/>
            </a:endParaRPr>
          </a:p>
          <a:p>
            <a:pPr algn="l"/>
            <a:r>
              <a:rPr lang="en-US" b="1" i="0" u="none" strike="noStrike" dirty="0">
                <a:solidFill>
                  <a:srgbClr val="000000"/>
                </a:solidFill>
                <a:effectLst/>
              </a:rPr>
              <a:t>EERD Overview</a:t>
            </a:r>
          </a:p>
          <a:p>
            <a:pPr algn="l">
              <a:buFont typeface="Arial" panose="020B0604020202020204" pitchFamily="34" charset="0"/>
              <a:buChar char="•"/>
            </a:pPr>
            <a:r>
              <a:rPr lang="en-US" b="1" i="0" u="none" strike="noStrike" dirty="0">
                <a:solidFill>
                  <a:srgbClr val="000000"/>
                </a:solidFill>
                <a:effectLst/>
              </a:rPr>
              <a:t>Entities</a:t>
            </a:r>
            <a:r>
              <a:rPr lang="en-US" b="0" i="0" u="none" strike="noStrike" dirty="0">
                <a:solidFill>
                  <a:srgbClr val="000000"/>
                </a:solidFill>
                <a:effectLst/>
              </a:rPr>
              <a:t>: Customer, Product, Order</a:t>
            </a:r>
          </a:p>
          <a:p>
            <a:pPr algn="l">
              <a:buFont typeface="Arial" panose="020B0604020202020204" pitchFamily="34" charset="0"/>
              <a:buChar char="•"/>
            </a:pPr>
            <a:r>
              <a:rPr lang="en-US" b="1" i="0" u="none" strike="noStrike" dirty="0">
                <a:solidFill>
                  <a:srgbClr val="000000"/>
                </a:solidFill>
                <a:effectLst/>
              </a:rPr>
              <a:t>Relationships</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a:solidFill>
                  <a:srgbClr val="000000"/>
                </a:solidFill>
                <a:effectLst/>
              </a:rPr>
              <a:t>Customer to Order</a:t>
            </a:r>
            <a:r>
              <a:rPr lang="en-US" b="0" i="0" u="none" strike="noStrike" dirty="0">
                <a:solidFill>
                  <a:srgbClr val="000000"/>
                </a:solidFill>
                <a:effectLst/>
              </a:rPr>
              <a:t>: One-to-many</a:t>
            </a:r>
          </a:p>
          <a:p>
            <a:pPr marL="742950" lvl="1" indent="-285750" algn="l">
              <a:buFont typeface="Arial" panose="020B0604020202020204" pitchFamily="34" charset="0"/>
              <a:buChar char="•"/>
            </a:pPr>
            <a:r>
              <a:rPr lang="en-US" b="1" i="0" u="none" strike="noStrike" dirty="0">
                <a:solidFill>
                  <a:srgbClr val="000000"/>
                </a:solidFill>
                <a:effectLst/>
              </a:rPr>
              <a:t>Order to Product</a:t>
            </a:r>
            <a:r>
              <a:rPr lang="en-US" b="0" i="0" u="none" strike="noStrike" dirty="0">
                <a:solidFill>
                  <a:srgbClr val="000000"/>
                </a:solidFill>
                <a:effectLst/>
              </a:rPr>
              <a:t>: Many-to-many</a:t>
            </a:r>
          </a:p>
          <a:p>
            <a:pPr algn="l">
              <a:buFont typeface="Arial" panose="020B0604020202020204" pitchFamily="34" charset="0"/>
              <a:buChar char="•"/>
            </a:pPr>
            <a:r>
              <a:rPr lang="en-US" b="1" i="0" u="none" strike="noStrike" dirty="0">
                <a:solidFill>
                  <a:srgbClr val="000000"/>
                </a:solidFill>
                <a:effectLst/>
              </a:rPr>
              <a:t>Constraints</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a:solidFill>
                  <a:srgbClr val="000000"/>
                </a:solidFill>
                <a:effectLst/>
              </a:rPr>
              <a:t>Order</a:t>
            </a:r>
            <a:r>
              <a:rPr lang="en-US" b="0" i="0" u="none" strike="noStrike" dirty="0">
                <a:solidFill>
                  <a:srgbClr val="000000"/>
                </a:solidFill>
                <a:effectLst/>
              </a:rPr>
              <a:t> must always have a </a:t>
            </a:r>
            <a:r>
              <a:rPr lang="en-US" b="1" i="0" u="none" strike="noStrike" dirty="0">
                <a:solidFill>
                  <a:srgbClr val="000000"/>
                </a:solidFill>
                <a:effectLst/>
              </a:rPr>
              <a:t>Customer</a:t>
            </a:r>
            <a:r>
              <a:rPr lang="en-US" b="0" i="0" u="none" strike="noStrike" dirty="0">
                <a:solidFill>
                  <a:srgbClr val="000000"/>
                </a:solidFill>
                <a:effectLst/>
              </a:rPr>
              <a:t>.</a:t>
            </a:r>
          </a:p>
          <a:p>
            <a:pPr marL="742950" lvl="1" indent="-285750" algn="l">
              <a:buFont typeface="Arial" panose="020B0604020202020204" pitchFamily="34" charset="0"/>
              <a:buChar char="•"/>
            </a:pPr>
            <a:r>
              <a:rPr lang="en-US" b="1" i="0" u="none" strike="noStrike" dirty="0">
                <a:solidFill>
                  <a:srgbClr val="000000"/>
                </a:solidFill>
                <a:effectLst/>
              </a:rPr>
              <a:t>Order</a:t>
            </a:r>
            <a:r>
              <a:rPr lang="en-US" b="0" i="0" u="none" strike="noStrike" dirty="0">
                <a:solidFill>
                  <a:srgbClr val="000000"/>
                </a:solidFill>
                <a:effectLst/>
              </a:rPr>
              <a:t> must always have at least one </a:t>
            </a:r>
            <a:r>
              <a:rPr lang="en-US" b="1" i="0" u="none" strike="noStrike" dirty="0">
                <a:solidFill>
                  <a:srgbClr val="000000"/>
                </a:solidFill>
                <a:effectLst/>
              </a:rPr>
              <a:t>Product</a:t>
            </a:r>
            <a:r>
              <a:rPr lang="en-US" b="0" i="0" u="none" strike="noStrike" dirty="0">
                <a:solidFill>
                  <a:srgbClr val="000000"/>
                </a:solidFill>
                <a:effectLst/>
              </a:rPr>
              <a:t>.</a:t>
            </a:r>
          </a:p>
          <a:p>
            <a:pPr algn="l"/>
            <a:endParaRPr lang="en-US" b="1" i="0" u="none" strike="noStrike" dirty="0">
              <a:solidFill>
                <a:srgbClr val="000000"/>
              </a:solidFill>
              <a:effectLst/>
            </a:endParaRPr>
          </a:p>
          <a:p>
            <a:pPr algn="l"/>
            <a:r>
              <a:rPr lang="en-US" b="1" i="0" u="none" strike="noStrike" dirty="0">
                <a:solidFill>
                  <a:srgbClr val="000000"/>
                </a:solidFill>
                <a:effectLst/>
              </a:rPr>
              <a:t>Simple Concept:</a:t>
            </a:r>
          </a:p>
          <a:p>
            <a:pPr algn="l">
              <a:buFont typeface="Arial" panose="020B0604020202020204" pitchFamily="34" charset="0"/>
              <a:buChar char="•"/>
            </a:pPr>
            <a:r>
              <a:rPr lang="en-US" b="1" i="0" u="none" strike="noStrike" dirty="0">
                <a:solidFill>
                  <a:srgbClr val="000000"/>
                </a:solidFill>
                <a:effectLst/>
              </a:rPr>
              <a:t>Customer</a:t>
            </a:r>
            <a:r>
              <a:rPr lang="en-US" b="0" i="0" u="none" strike="noStrike" dirty="0">
                <a:solidFill>
                  <a:srgbClr val="000000"/>
                </a:solidFill>
                <a:effectLst/>
              </a:rPr>
              <a:t> → </a:t>
            </a:r>
            <a:r>
              <a:rPr lang="en-US" b="1" i="0" u="none" strike="noStrike" dirty="0">
                <a:solidFill>
                  <a:srgbClr val="000000"/>
                </a:solidFill>
                <a:effectLst/>
              </a:rPr>
              <a:t>Order</a:t>
            </a:r>
            <a:r>
              <a:rPr lang="en-US" b="0" i="0" u="none" strike="noStrike" dirty="0">
                <a:solidFill>
                  <a:srgbClr val="000000"/>
                </a:solidFill>
                <a:effectLst/>
              </a:rPr>
              <a:t> → </a:t>
            </a:r>
            <a:r>
              <a:rPr lang="en-US" b="1" i="0" u="none" strike="noStrike" dirty="0">
                <a:solidFill>
                  <a:srgbClr val="000000"/>
                </a:solidFill>
                <a:effectLst/>
              </a:rPr>
              <a:t>Product</a:t>
            </a:r>
            <a:endParaRPr lang="en-US" b="0" i="0" u="none" strike="noStrike" dirty="0">
              <a:solidFill>
                <a:srgbClr val="000000"/>
              </a:solidFill>
              <a:effectLst/>
            </a:endParaRPr>
          </a:p>
          <a:p>
            <a:pPr marL="742950" lvl="1" indent="-285750" algn="l">
              <a:buFont typeface="Arial" panose="020B0604020202020204" pitchFamily="34" charset="0"/>
              <a:buChar char="•"/>
            </a:pPr>
            <a:r>
              <a:rPr lang="en-US" b="0" i="0" u="none" strike="noStrike" dirty="0">
                <a:solidFill>
                  <a:srgbClr val="000000"/>
                </a:solidFill>
                <a:effectLst/>
              </a:rPr>
              <a:t>A </a:t>
            </a:r>
            <a:r>
              <a:rPr lang="en-US" b="1" i="0" u="none" strike="noStrike" dirty="0">
                <a:solidFill>
                  <a:srgbClr val="000000"/>
                </a:solidFill>
                <a:effectLst/>
              </a:rPr>
              <a:t>Customer</a:t>
            </a:r>
            <a:r>
              <a:rPr lang="en-US" b="0" i="0" u="none" strike="noStrike" dirty="0">
                <a:solidFill>
                  <a:srgbClr val="000000"/>
                </a:solidFill>
                <a:effectLst/>
              </a:rPr>
              <a:t> places an </a:t>
            </a:r>
            <a:r>
              <a:rPr lang="en-US" b="1" i="0" u="none" strike="noStrike" dirty="0">
                <a:solidFill>
                  <a:srgbClr val="000000"/>
                </a:solidFill>
                <a:effectLst/>
              </a:rPr>
              <a:t>Order</a:t>
            </a:r>
            <a:r>
              <a:rPr lang="en-US" b="0" i="0" u="none" strike="noStrike" dirty="0">
                <a:solidFill>
                  <a:srgbClr val="000000"/>
                </a:solidFill>
                <a:effectLst/>
              </a:rPr>
              <a:t>, and an </a:t>
            </a:r>
            <a:r>
              <a:rPr lang="en-US" b="1" i="0" u="none" strike="noStrike" dirty="0">
                <a:solidFill>
                  <a:srgbClr val="000000"/>
                </a:solidFill>
                <a:effectLst/>
              </a:rPr>
              <a:t>Order</a:t>
            </a:r>
            <a:r>
              <a:rPr lang="en-US" b="0" i="0" u="none" strike="noStrike" dirty="0">
                <a:solidFill>
                  <a:srgbClr val="000000"/>
                </a:solidFill>
                <a:effectLst/>
              </a:rPr>
              <a:t> can contain multiple </a:t>
            </a:r>
            <a:r>
              <a:rPr lang="en-US" b="1" i="0" u="none" strike="noStrike" dirty="0">
                <a:solidFill>
                  <a:srgbClr val="000000"/>
                </a:solidFill>
                <a:effectLst/>
              </a:rPr>
              <a:t>Products</a:t>
            </a:r>
            <a:r>
              <a:rPr lang="en-US" b="0" i="0" u="none" strike="noStrike" dirty="0">
                <a:solidFill>
                  <a:srgbClr val="000000"/>
                </a:solidFill>
                <a:effectLst/>
              </a:rPr>
              <a:t>.</a:t>
            </a:r>
          </a:p>
          <a:p>
            <a:endParaRPr lang="en-US" dirty="0"/>
          </a:p>
        </p:txBody>
      </p:sp>
      <p:sp>
        <p:nvSpPr>
          <p:cNvPr id="4" name="Slide Number Placeholder 3"/>
          <p:cNvSpPr>
            <a:spLocks noGrp="1"/>
          </p:cNvSpPr>
          <p:nvPr>
            <p:ph type="sldNum" sz="quarter" idx="5"/>
          </p:nvPr>
        </p:nvSpPr>
        <p:spPr/>
        <p:txBody>
          <a:bodyPr/>
          <a:lstStyle/>
          <a:p>
            <a:fld id="{092B6879-5321-45FF-A6AE-E6B1BB62CBAD}" type="slidenum">
              <a:rPr lang="en-US" smtClean="0"/>
              <a:t>29</a:t>
            </a:fld>
            <a:endParaRPr lang="en-US"/>
          </a:p>
        </p:txBody>
      </p:sp>
    </p:spTree>
    <p:extLst>
      <p:ext uri="{BB962C8B-B14F-4D97-AF65-F5344CB8AC3E}">
        <p14:creationId xmlns:p14="http://schemas.microsoft.com/office/powerpoint/2010/main" val="342730425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tiff"/><Relationship Id="rId5" Type="http://schemas.openxmlformats.org/officeDocument/2006/relationships/image" Target="../media/image7.svg"/><Relationship Id="rId10" Type="http://schemas.openxmlformats.org/officeDocument/2006/relationships/image" Target="../media/image11.svg"/><Relationship Id="rId4" Type="http://schemas.openxmlformats.org/officeDocument/2006/relationships/image" Target="../media/image6.png"/><Relationship Id="rId9" Type="http://schemas.openxmlformats.org/officeDocument/2006/relationships/image" Target="../media/image10.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Master" Target="../slideMasters/slideMaster1.xml"/><Relationship Id="rId4" Type="http://schemas.openxmlformats.org/officeDocument/2006/relationships/image" Target="../media/image14.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586F8EC-F961-443C-9167-26CCB144696A}" type="datetime1">
              <a:rPr lang="en-US" smtClean="0"/>
              <a:t>12/2/24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pPr/>
              <a:t>‹#›</a:t>
            </a:fld>
            <a:endParaRPr lang="en-US" dirty="0"/>
          </a:p>
        </p:txBody>
      </p:sp>
      <p:pic>
        <p:nvPicPr>
          <p:cNvPr id="7" name="Picture 6">
            <a:extLst>
              <a:ext uri="{FF2B5EF4-FFF2-40B4-BE49-F238E27FC236}">
                <a16:creationId xmlns:a16="http://schemas.microsoft.com/office/drawing/2014/main" id="{90171FC3-CFC0-D315-6851-A16AA6337765}"/>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pic>
        <p:nvPicPr>
          <p:cNvPr id="8" name="Picture 7">
            <a:extLst>
              <a:ext uri="{FF2B5EF4-FFF2-40B4-BE49-F238E27FC236}">
                <a16:creationId xmlns:a16="http://schemas.microsoft.com/office/drawing/2014/main" id="{8D16F159-2210-4BC5-DF80-53EA0ED004C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9" name="Group 8">
            <a:extLst>
              <a:ext uri="{FF2B5EF4-FFF2-40B4-BE49-F238E27FC236}">
                <a16:creationId xmlns:a16="http://schemas.microsoft.com/office/drawing/2014/main" id="{CFF0DC2E-9ADA-3A5B-D2B1-1E7D9096B2D3}"/>
              </a:ext>
            </a:extLst>
          </p:cNvPr>
          <p:cNvGrpSpPr/>
          <p:nvPr userDrawn="1"/>
        </p:nvGrpSpPr>
        <p:grpSpPr>
          <a:xfrm>
            <a:off x="0" y="336866"/>
            <a:ext cx="628650" cy="390908"/>
            <a:chOff x="0" y="585597"/>
            <a:chExt cx="838200" cy="390908"/>
          </a:xfrm>
        </p:grpSpPr>
        <p:sp>
          <p:nvSpPr>
            <p:cNvPr id="10" name="Rectangle 9">
              <a:extLst>
                <a:ext uri="{FF2B5EF4-FFF2-40B4-BE49-F238E27FC236}">
                  <a16:creationId xmlns:a16="http://schemas.microsoft.com/office/drawing/2014/main" id="{29BF5FB8-85D8-13A7-0DD6-B8869C3A9E6B}"/>
                </a:ext>
              </a:extLst>
            </p:cNvPr>
            <p:cNvSpPr/>
            <p:nvPr userDrawn="1"/>
          </p:nvSpPr>
          <p:spPr>
            <a:xfrm>
              <a:off x="0" y="585598"/>
              <a:ext cx="624901"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Right Triangle 10">
              <a:extLst>
                <a:ext uri="{FF2B5EF4-FFF2-40B4-BE49-F238E27FC236}">
                  <a16:creationId xmlns:a16="http://schemas.microsoft.com/office/drawing/2014/main" id="{4B71D305-9055-FAA1-7185-633E9461C15B}"/>
                </a:ext>
              </a:extLst>
            </p:cNvPr>
            <p:cNvSpPr/>
            <p:nvPr userDrawn="1"/>
          </p:nvSpPr>
          <p:spPr>
            <a:xfrm flipV="1">
              <a:off x="624901" y="585597"/>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2" name="Group 11">
            <a:extLst>
              <a:ext uri="{FF2B5EF4-FFF2-40B4-BE49-F238E27FC236}">
                <a16:creationId xmlns:a16="http://schemas.microsoft.com/office/drawing/2014/main" id="{C03D020E-6726-DA6E-5682-5449ADC3DEC5}"/>
              </a:ext>
            </a:extLst>
          </p:cNvPr>
          <p:cNvGrpSpPr/>
          <p:nvPr userDrawn="1"/>
        </p:nvGrpSpPr>
        <p:grpSpPr>
          <a:xfrm>
            <a:off x="8936250" y="4900066"/>
            <a:ext cx="219291" cy="1456285"/>
            <a:chOff x="-22867" y="4982614"/>
            <a:chExt cx="292388" cy="1456285"/>
          </a:xfrm>
        </p:grpSpPr>
        <p:sp>
          <p:nvSpPr>
            <p:cNvPr id="13" name="Rectangle 12">
              <a:extLst>
                <a:ext uri="{FF2B5EF4-FFF2-40B4-BE49-F238E27FC236}">
                  <a16:creationId xmlns:a16="http://schemas.microsoft.com/office/drawing/2014/main" id="{3F7BBD07-944C-5AE0-1362-F4457B1A1BCC}"/>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13">
              <a:extLst>
                <a:ext uri="{FF2B5EF4-FFF2-40B4-BE49-F238E27FC236}">
                  <a16:creationId xmlns:a16="http://schemas.microsoft.com/office/drawing/2014/main" id="{2D7CFDD9-FA4E-B4B8-9DB2-567A06EFE9D2}"/>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504704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61C2D72-75A0-48C6-AD71-5DFF261BFDC6}" type="datetime1">
              <a:rPr lang="en-US" smtClean="0"/>
              <a:t>12/2/24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pic>
        <p:nvPicPr>
          <p:cNvPr id="7" name="Picture 6">
            <a:extLst>
              <a:ext uri="{FF2B5EF4-FFF2-40B4-BE49-F238E27FC236}">
                <a16:creationId xmlns:a16="http://schemas.microsoft.com/office/drawing/2014/main" id="{FB07BA03-664D-C0A2-91DB-383020B77E5D}"/>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8" name="Rectangle 7">
            <a:extLst>
              <a:ext uri="{FF2B5EF4-FFF2-40B4-BE49-F238E27FC236}">
                <a16:creationId xmlns:a16="http://schemas.microsoft.com/office/drawing/2014/main" id="{B4275398-D889-E817-996B-2CA833A24A7E}"/>
              </a:ext>
            </a:extLst>
          </p:cNvPr>
          <p:cNvSpPr/>
          <p:nvPr userDrawn="1"/>
        </p:nvSpPr>
        <p:spPr>
          <a:xfrm>
            <a:off x="2920816" y="21432"/>
            <a:ext cx="3345126" cy="2565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9" name="Picture 8">
            <a:extLst>
              <a:ext uri="{FF2B5EF4-FFF2-40B4-BE49-F238E27FC236}">
                <a16:creationId xmlns:a16="http://schemas.microsoft.com/office/drawing/2014/main" id="{A59FE003-EBE2-B34F-D39A-9CED71C4525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sp>
        <p:nvSpPr>
          <p:cNvPr id="10" name="Rectangle 9">
            <a:extLst>
              <a:ext uri="{FF2B5EF4-FFF2-40B4-BE49-F238E27FC236}">
                <a16:creationId xmlns:a16="http://schemas.microsoft.com/office/drawing/2014/main" id="{6FA6DBF6-0605-083C-72D9-FA204CBE36B1}"/>
              </a:ext>
            </a:extLst>
          </p:cNvPr>
          <p:cNvSpPr/>
          <p:nvPr userDrawn="1"/>
        </p:nvSpPr>
        <p:spPr>
          <a:xfrm>
            <a:off x="-1" y="6808663"/>
            <a:ext cx="9186760" cy="108973"/>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1" name="Group 10">
            <a:extLst>
              <a:ext uri="{FF2B5EF4-FFF2-40B4-BE49-F238E27FC236}">
                <a16:creationId xmlns:a16="http://schemas.microsoft.com/office/drawing/2014/main" id="{4DC7B18C-378E-E9A8-0F71-D85A922CFCC5}"/>
              </a:ext>
            </a:extLst>
          </p:cNvPr>
          <p:cNvGrpSpPr/>
          <p:nvPr userDrawn="1"/>
        </p:nvGrpSpPr>
        <p:grpSpPr>
          <a:xfrm>
            <a:off x="8936250" y="4900066"/>
            <a:ext cx="219291" cy="1456285"/>
            <a:chOff x="-22867" y="4982614"/>
            <a:chExt cx="292388" cy="1456285"/>
          </a:xfrm>
        </p:grpSpPr>
        <p:sp>
          <p:nvSpPr>
            <p:cNvPr id="12" name="Rectangle 11">
              <a:extLst>
                <a:ext uri="{FF2B5EF4-FFF2-40B4-BE49-F238E27FC236}">
                  <a16:creationId xmlns:a16="http://schemas.microsoft.com/office/drawing/2014/main" id="{DDAA09B7-E1D3-D8E5-1079-54BDAD8F1008}"/>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9EA2769A-D726-CCDA-C8CC-DD0D2FAF7AFB}"/>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2848203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37C648-4087-4251-9BC2-B5F9B5C742F7}" type="datetime1">
              <a:rPr lang="en-US" smtClean="0"/>
              <a:t>12/2/24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pic>
        <p:nvPicPr>
          <p:cNvPr id="7" name="Picture 6">
            <a:extLst>
              <a:ext uri="{FF2B5EF4-FFF2-40B4-BE49-F238E27FC236}">
                <a16:creationId xmlns:a16="http://schemas.microsoft.com/office/drawing/2014/main" id="{10E9F939-2607-68A3-DAAA-06EFC64920BE}"/>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grpSp>
        <p:nvGrpSpPr>
          <p:cNvPr id="8" name="Group 7">
            <a:extLst>
              <a:ext uri="{FF2B5EF4-FFF2-40B4-BE49-F238E27FC236}">
                <a16:creationId xmlns:a16="http://schemas.microsoft.com/office/drawing/2014/main" id="{EE6EAF1C-067E-EB6F-5425-D0AD85EC6816}"/>
              </a:ext>
            </a:extLst>
          </p:cNvPr>
          <p:cNvGrpSpPr/>
          <p:nvPr userDrawn="1"/>
        </p:nvGrpSpPr>
        <p:grpSpPr>
          <a:xfrm>
            <a:off x="0" y="6438899"/>
            <a:ext cx="3319088" cy="419100"/>
            <a:chOff x="0" y="6438899"/>
            <a:chExt cx="4425450" cy="419100"/>
          </a:xfrm>
        </p:grpSpPr>
        <p:sp>
          <p:nvSpPr>
            <p:cNvPr id="9" name="Rectangle 8">
              <a:extLst>
                <a:ext uri="{FF2B5EF4-FFF2-40B4-BE49-F238E27FC236}">
                  <a16:creationId xmlns:a16="http://schemas.microsoft.com/office/drawing/2014/main" id="{B22A1E16-BA39-4607-638D-AF16F3C808BE}"/>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ight Triangle 9">
              <a:extLst>
                <a:ext uri="{FF2B5EF4-FFF2-40B4-BE49-F238E27FC236}">
                  <a16:creationId xmlns:a16="http://schemas.microsoft.com/office/drawing/2014/main" id="{B5FB817D-0BAD-9442-6A19-B22265C5E9CF}"/>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1" name="Picture 10">
            <a:extLst>
              <a:ext uri="{FF2B5EF4-FFF2-40B4-BE49-F238E27FC236}">
                <a16:creationId xmlns:a16="http://schemas.microsoft.com/office/drawing/2014/main" id="{EB56F32B-3256-4A3D-9B6D-741C84CB761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12" name="Group 11">
            <a:extLst>
              <a:ext uri="{FF2B5EF4-FFF2-40B4-BE49-F238E27FC236}">
                <a16:creationId xmlns:a16="http://schemas.microsoft.com/office/drawing/2014/main" id="{B2B53647-77D8-DD28-B589-A3B091BFA6D7}"/>
              </a:ext>
            </a:extLst>
          </p:cNvPr>
          <p:cNvGrpSpPr/>
          <p:nvPr userDrawn="1"/>
        </p:nvGrpSpPr>
        <p:grpSpPr>
          <a:xfrm>
            <a:off x="0" y="0"/>
            <a:ext cx="1601261" cy="390908"/>
            <a:chOff x="0" y="0"/>
            <a:chExt cx="2135014" cy="390908"/>
          </a:xfrm>
        </p:grpSpPr>
        <p:sp>
          <p:nvSpPr>
            <p:cNvPr id="13" name="Rectangle 12">
              <a:extLst>
                <a:ext uri="{FF2B5EF4-FFF2-40B4-BE49-F238E27FC236}">
                  <a16:creationId xmlns:a16="http://schemas.microsoft.com/office/drawing/2014/main" id="{5A69581E-DBFB-C439-FDE4-6361990BB808}"/>
                </a:ext>
              </a:extLst>
            </p:cNvPr>
            <p:cNvSpPr/>
            <p:nvPr userDrawn="1"/>
          </p:nvSpPr>
          <p:spPr>
            <a:xfrm>
              <a:off x="0" y="1"/>
              <a:ext cx="1921715" cy="390907"/>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Right Triangle 13">
              <a:extLst>
                <a:ext uri="{FF2B5EF4-FFF2-40B4-BE49-F238E27FC236}">
                  <a16:creationId xmlns:a16="http://schemas.microsoft.com/office/drawing/2014/main" id="{D6716293-3A5B-C397-65E7-8AEDD573FF30}"/>
                </a:ext>
              </a:extLst>
            </p:cNvPr>
            <p:cNvSpPr/>
            <p:nvPr userDrawn="1"/>
          </p:nvSpPr>
          <p:spPr>
            <a:xfrm flipV="1">
              <a:off x="1921715" y="0"/>
              <a:ext cx="213299" cy="390907"/>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grpSp>
        <p:nvGrpSpPr>
          <p:cNvPr id="15" name="Group 14">
            <a:extLst>
              <a:ext uri="{FF2B5EF4-FFF2-40B4-BE49-F238E27FC236}">
                <a16:creationId xmlns:a16="http://schemas.microsoft.com/office/drawing/2014/main" id="{71B91E51-3316-7B06-B268-4E397C624205}"/>
              </a:ext>
            </a:extLst>
          </p:cNvPr>
          <p:cNvGrpSpPr/>
          <p:nvPr userDrawn="1"/>
        </p:nvGrpSpPr>
        <p:grpSpPr>
          <a:xfrm>
            <a:off x="8936250" y="4900066"/>
            <a:ext cx="219291" cy="1456285"/>
            <a:chOff x="-22867" y="4982614"/>
            <a:chExt cx="292388" cy="1456285"/>
          </a:xfrm>
        </p:grpSpPr>
        <p:sp>
          <p:nvSpPr>
            <p:cNvPr id="16" name="Rectangle 15">
              <a:extLst>
                <a:ext uri="{FF2B5EF4-FFF2-40B4-BE49-F238E27FC236}">
                  <a16:creationId xmlns:a16="http://schemas.microsoft.com/office/drawing/2014/main" id="{194BDB4F-F831-B5DF-E9CE-D2854B0187E8}"/>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7" name="TextBox 16">
              <a:extLst>
                <a:ext uri="{FF2B5EF4-FFF2-40B4-BE49-F238E27FC236}">
                  <a16:creationId xmlns:a16="http://schemas.microsoft.com/office/drawing/2014/main" id="{3A39DBE8-F875-FF8A-91B4-207B9FE7C508}"/>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901343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1C2B2D-FE3F-402C-8F0C-F605257554E1}" type="datetime1">
              <a:rPr lang="en-US" smtClean="0"/>
              <a:t>12/2/24</a:t>
            </a:fld>
            <a:endParaRPr lang="en-US"/>
          </a:p>
        </p:txBody>
      </p:sp>
      <p:sp>
        <p:nvSpPr>
          <p:cNvPr id="6" name="Footer Placeholder 5"/>
          <p:cNvSpPr>
            <a:spLocks noGrp="1"/>
          </p:cNvSpPr>
          <p:nvPr>
            <p:ph type="ftr" sz="quarter" idx="11"/>
          </p:nvPr>
        </p:nvSpPr>
        <p:spPr/>
        <p:txBody>
          <a:bodyPr/>
          <a:lstStyle/>
          <a:p>
            <a:r>
              <a:rPr lang="en-US"/>
              <a:t>SCSD2523 Database - Enhanced Entity Relationship Modeling</a:t>
            </a:r>
          </a:p>
        </p:txBody>
      </p:sp>
      <p:sp>
        <p:nvSpPr>
          <p:cNvPr id="7" name="Slide Number Placeholder 6"/>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378AACD3-B9C5-EC94-641B-AACEF830AAB1}"/>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9" name="Rectangle 8">
            <a:extLst>
              <a:ext uri="{FF2B5EF4-FFF2-40B4-BE49-F238E27FC236}">
                <a16:creationId xmlns:a16="http://schemas.microsoft.com/office/drawing/2014/main" id="{824612FF-215D-1455-0A29-4DA035E00732}"/>
              </a:ext>
            </a:extLst>
          </p:cNvPr>
          <p:cNvSpPr/>
          <p:nvPr userDrawn="1"/>
        </p:nvSpPr>
        <p:spPr>
          <a:xfrm>
            <a:off x="-28575" y="1690688"/>
            <a:ext cx="9172575" cy="5167312"/>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a:extLst>
              <a:ext uri="{FF2B5EF4-FFF2-40B4-BE49-F238E27FC236}">
                <a16:creationId xmlns:a16="http://schemas.microsoft.com/office/drawing/2014/main" id="{D58BB554-2971-B84E-E171-C746B5A106D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11" name="Group 10">
            <a:extLst>
              <a:ext uri="{FF2B5EF4-FFF2-40B4-BE49-F238E27FC236}">
                <a16:creationId xmlns:a16="http://schemas.microsoft.com/office/drawing/2014/main" id="{7FA76F66-4B53-683D-EF29-CA76581C7AE4}"/>
              </a:ext>
            </a:extLst>
          </p:cNvPr>
          <p:cNvGrpSpPr/>
          <p:nvPr userDrawn="1"/>
        </p:nvGrpSpPr>
        <p:grpSpPr>
          <a:xfrm>
            <a:off x="8936250" y="4900066"/>
            <a:ext cx="219291" cy="1456285"/>
            <a:chOff x="-22867" y="4982614"/>
            <a:chExt cx="292388" cy="1456285"/>
          </a:xfrm>
        </p:grpSpPr>
        <p:sp>
          <p:nvSpPr>
            <p:cNvPr id="12" name="Rectangle 11">
              <a:extLst>
                <a:ext uri="{FF2B5EF4-FFF2-40B4-BE49-F238E27FC236}">
                  <a16:creationId xmlns:a16="http://schemas.microsoft.com/office/drawing/2014/main" id="{2A4A82FB-6A05-AABF-B5FC-E28C3457C754}"/>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4811880A-401F-D97C-D1B9-F9CD1C4C983C}"/>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033304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B40E18-FDF1-413F-9284-D2FE53B24D2E}" type="datetime1">
              <a:rPr lang="en-US" smtClean="0"/>
              <a:t>12/2/24</a:t>
            </a:fld>
            <a:endParaRPr lang="en-US"/>
          </a:p>
        </p:txBody>
      </p:sp>
      <p:sp>
        <p:nvSpPr>
          <p:cNvPr id="8" name="Footer Placeholder 7"/>
          <p:cNvSpPr>
            <a:spLocks noGrp="1"/>
          </p:cNvSpPr>
          <p:nvPr>
            <p:ph type="ftr" sz="quarter" idx="11"/>
          </p:nvPr>
        </p:nvSpPr>
        <p:spPr/>
        <p:txBody>
          <a:bodyPr/>
          <a:lstStyle/>
          <a:p>
            <a:r>
              <a:rPr lang="en-US"/>
              <a:t>SCSD2523 Database - Enhanced Entity Relationship Modeling</a:t>
            </a:r>
          </a:p>
        </p:txBody>
      </p:sp>
      <p:sp>
        <p:nvSpPr>
          <p:cNvPr id="9" name="Slide Number Placeholder 8"/>
          <p:cNvSpPr>
            <a:spLocks noGrp="1"/>
          </p:cNvSpPr>
          <p:nvPr>
            <p:ph type="sldNum" sz="quarter" idx="12"/>
          </p:nvPr>
        </p:nvSpPr>
        <p:spPr/>
        <p:txBody>
          <a:bodyPr/>
          <a:lstStyle/>
          <a:p>
            <a:fld id="{B5912E74-8957-4046-8937-1199D0665174}" type="slidenum">
              <a:rPr lang="en-US" smtClean="0"/>
              <a:t>‹#›</a:t>
            </a:fld>
            <a:endParaRPr lang="en-US"/>
          </a:p>
        </p:txBody>
      </p:sp>
      <p:pic>
        <p:nvPicPr>
          <p:cNvPr id="10" name="Picture 9">
            <a:extLst>
              <a:ext uri="{FF2B5EF4-FFF2-40B4-BE49-F238E27FC236}">
                <a16:creationId xmlns:a16="http://schemas.microsoft.com/office/drawing/2014/main" id="{6ED1CEB5-FD5C-7EF2-D61F-9BC9DEA2A912}"/>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pic>
        <p:nvPicPr>
          <p:cNvPr id="11" name="Picture 10">
            <a:extLst>
              <a:ext uri="{FF2B5EF4-FFF2-40B4-BE49-F238E27FC236}">
                <a16:creationId xmlns:a16="http://schemas.microsoft.com/office/drawing/2014/main" id="{313069CC-5790-EA17-C10D-442762AF5BD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sp>
        <p:nvSpPr>
          <p:cNvPr id="12" name="Rectangle 11">
            <a:extLst>
              <a:ext uri="{FF2B5EF4-FFF2-40B4-BE49-F238E27FC236}">
                <a16:creationId xmlns:a16="http://schemas.microsoft.com/office/drawing/2014/main" id="{7C194ED7-3211-3BCE-192B-1EC552E1005C}"/>
              </a:ext>
            </a:extLst>
          </p:cNvPr>
          <p:cNvSpPr/>
          <p:nvPr userDrawn="1"/>
        </p:nvSpPr>
        <p:spPr>
          <a:xfrm>
            <a:off x="5074" y="342266"/>
            <a:ext cx="7702229" cy="4571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3" name="Group 12">
            <a:extLst>
              <a:ext uri="{FF2B5EF4-FFF2-40B4-BE49-F238E27FC236}">
                <a16:creationId xmlns:a16="http://schemas.microsoft.com/office/drawing/2014/main" id="{73AEA566-EEB8-FDAA-56AD-5C79B901DFBC}"/>
              </a:ext>
            </a:extLst>
          </p:cNvPr>
          <p:cNvGrpSpPr/>
          <p:nvPr userDrawn="1"/>
        </p:nvGrpSpPr>
        <p:grpSpPr>
          <a:xfrm>
            <a:off x="8936250" y="4900066"/>
            <a:ext cx="219291" cy="1456285"/>
            <a:chOff x="-22867" y="4982614"/>
            <a:chExt cx="292388" cy="1456285"/>
          </a:xfrm>
        </p:grpSpPr>
        <p:sp>
          <p:nvSpPr>
            <p:cNvPr id="14" name="Rectangle 13">
              <a:extLst>
                <a:ext uri="{FF2B5EF4-FFF2-40B4-BE49-F238E27FC236}">
                  <a16:creationId xmlns:a16="http://schemas.microsoft.com/office/drawing/2014/main" id="{0C26F301-7D2D-34E6-E061-B0FD0E0016B7}"/>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TextBox 14">
              <a:extLst>
                <a:ext uri="{FF2B5EF4-FFF2-40B4-BE49-F238E27FC236}">
                  <a16:creationId xmlns:a16="http://schemas.microsoft.com/office/drawing/2014/main" id="{1314CD9B-7E35-67FD-A889-848ABA400E98}"/>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32582854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AEEFC4-3B37-4E41-8EC6-7AA893110B12}" type="datetime1">
              <a:rPr lang="en-US" smtClean="0"/>
              <a:t>12/2/24</a:t>
            </a:fld>
            <a:endParaRPr lang="en-US"/>
          </a:p>
        </p:txBody>
      </p:sp>
      <p:sp>
        <p:nvSpPr>
          <p:cNvPr id="4" name="Footer Placeholder 3"/>
          <p:cNvSpPr>
            <a:spLocks noGrp="1"/>
          </p:cNvSpPr>
          <p:nvPr>
            <p:ph type="ftr" sz="quarter" idx="11"/>
          </p:nvPr>
        </p:nvSpPr>
        <p:spPr/>
        <p:txBody>
          <a:bodyPr/>
          <a:lstStyle/>
          <a:p>
            <a:r>
              <a:rPr lang="en-US"/>
              <a:t>SCSD2523 Database - Enhanced Entity Relationship Modeling</a:t>
            </a:r>
          </a:p>
        </p:txBody>
      </p:sp>
      <p:sp>
        <p:nvSpPr>
          <p:cNvPr id="5" name="Slide Number Placeholder 4"/>
          <p:cNvSpPr>
            <a:spLocks noGrp="1"/>
          </p:cNvSpPr>
          <p:nvPr>
            <p:ph type="sldNum" sz="quarter" idx="12"/>
          </p:nvPr>
        </p:nvSpPr>
        <p:spPr/>
        <p:txBody>
          <a:bodyPr/>
          <a:lstStyle/>
          <a:p>
            <a:fld id="{B5912E74-8957-4046-8937-1199D0665174}" type="slidenum">
              <a:rPr lang="en-US" smtClean="0"/>
              <a:t>‹#›</a:t>
            </a:fld>
            <a:endParaRPr lang="en-US"/>
          </a:p>
        </p:txBody>
      </p:sp>
      <p:pic>
        <p:nvPicPr>
          <p:cNvPr id="6" name="Picture 5">
            <a:extLst>
              <a:ext uri="{FF2B5EF4-FFF2-40B4-BE49-F238E27FC236}">
                <a16:creationId xmlns:a16="http://schemas.microsoft.com/office/drawing/2014/main" id="{54C0BA34-8AC3-A2FB-23E4-2EFAC0EDC89C}"/>
              </a:ext>
            </a:extLst>
          </p:cNvPr>
          <p:cNvPicPr>
            <a:picLocks noChangeAspect="1"/>
          </p:cNvPicPr>
          <p:nvPr userDrawn="1"/>
        </p:nvPicPr>
        <p:blipFill>
          <a:blip r:embed="rId2">
            <a:alphaModFix amt="99000"/>
          </a:blip>
          <a:stretch>
            <a:fillRect/>
          </a:stretch>
        </p:blipFill>
        <p:spPr>
          <a:xfrm rot="10800000" flipV="1">
            <a:off x="5073" y="1271"/>
            <a:ext cx="9055360" cy="3109189"/>
          </a:xfrm>
          <a:prstGeom prst="rect">
            <a:avLst/>
          </a:prstGeom>
        </p:spPr>
      </p:pic>
      <p:grpSp>
        <p:nvGrpSpPr>
          <p:cNvPr id="7" name="Group 6">
            <a:extLst>
              <a:ext uri="{FF2B5EF4-FFF2-40B4-BE49-F238E27FC236}">
                <a16:creationId xmlns:a16="http://schemas.microsoft.com/office/drawing/2014/main" id="{A2CB288F-34D7-E66A-05F3-371B8D8B5521}"/>
              </a:ext>
            </a:extLst>
          </p:cNvPr>
          <p:cNvGrpSpPr/>
          <p:nvPr userDrawn="1"/>
        </p:nvGrpSpPr>
        <p:grpSpPr>
          <a:xfrm flipH="1">
            <a:off x="6672360" y="6438900"/>
            <a:ext cx="2471641" cy="419101"/>
            <a:chOff x="0" y="6438899"/>
            <a:chExt cx="4425450" cy="419100"/>
          </a:xfrm>
        </p:grpSpPr>
        <p:sp>
          <p:nvSpPr>
            <p:cNvPr id="8" name="Rectangle 7">
              <a:extLst>
                <a:ext uri="{FF2B5EF4-FFF2-40B4-BE49-F238E27FC236}">
                  <a16:creationId xmlns:a16="http://schemas.microsoft.com/office/drawing/2014/main" id="{7702DF3D-A81A-B665-7AB4-7B1456C15F95}"/>
                </a:ext>
              </a:extLst>
            </p:cNvPr>
            <p:cNvSpPr/>
            <p:nvPr userDrawn="1"/>
          </p:nvSpPr>
          <p:spPr>
            <a:xfrm>
              <a:off x="0" y="6438900"/>
              <a:ext cx="4115884" cy="419099"/>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9" name="Right Triangle 8">
              <a:extLst>
                <a:ext uri="{FF2B5EF4-FFF2-40B4-BE49-F238E27FC236}">
                  <a16:creationId xmlns:a16="http://schemas.microsoft.com/office/drawing/2014/main" id="{019EDDA4-4DE3-89B4-8B06-E59BC79D3109}"/>
                </a:ext>
              </a:extLst>
            </p:cNvPr>
            <p:cNvSpPr/>
            <p:nvPr userDrawn="1"/>
          </p:nvSpPr>
          <p:spPr>
            <a:xfrm>
              <a:off x="4115884" y="6438899"/>
              <a:ext cx="309566" cy="419100"/>
            </a:xfrm>
            <a:prstGeom prst="rtTriangle">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0" name="Picture 9">
            <a:extLst>
              <a:ext uri="{FF2B5EF4-FFF2-40B4-BE49-F238E27FC236}">
                <a16:creationId xmlns:a16="http://schemas.microsoft.com/office/drawing/2014/main" id="{7D98C7F7-8A95-3DF2-7C2C-46F2024A25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11" name="Group 10">
            <a:extLst>
              <a:ext uri="{FF2B5EF4-FFF2-40B4-BE49-F238E27FC236}">
                <a16:creationId xmlns:a16="http://schemas.microsoft.com/office/drawing/2014/main" id="{C11F8B0F-FB90-FF67-0095-D3FA03C8E079}"/>
              </a:ext>
            </a:extLst>
          </p:cNvPr>
          <p:cNvGrpSpPr/>
          <p:nvPr userDrawn="1"/>
        </p:nvGrpSpPr>
        <p:grpSpPr>
          <a:xfrm>
            <a:off x="8936250" y="4900066"/>
            <a:ext cx="219291" cy="1456285"/>
            <a:chOff x="-22867" y="4982614"/>
            <a:chExt cx="292388" cy="1456285"/>
          </a:xfrm>
        </p:grpSpPr>
        <p:sp>
          <p:nvSpPr>
            <p:cNvPr id="12" name="Rectangle 11">
              <a:extLst>
                <a:ext uri="{FF2B5EF4-FFF2-40B4-BE49-F238E27FC236}">
                  <a16:creationId xmlns:a16="http://schemas.microsoft.com/office/drawing/2014/main" id="{0AEAF46B-D427-A568-CADF-2E227D214C7C}"/>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Box 12">
              <a:extLst>
                <a:ext uri="{FF2B5EF4-FFF2-40B4-BE49-F238E27FC236}">
                  <a16:creationId xmlns:a16="http://schemas.microsoft.com/office/drawing/2014/main" id="{1BBBD2F4-8370-F3FB-B24D-70331764339B}"/>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092657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B1A9F9-3FEA-44BC-A8BA-F269F09A8324}" type="datetime1">
              <a:rPr lang="en-US" smtClean="0"/>
              <a:t>12/2/24</a:t>
            </a:fld>
            <a:endParaRPr lang="en-US"/>
          </a:p>
        </p:txBody>
      </p:sp>
      <p:sp>
        <p:nvSpPr>
          <p:cNvPr id="3" name="Footer Placeholder 2"/>
          <p:cNvSpPr>
            <a:spLocks noGrp="1"/>
          </p:cNvSpPr>
          <p:nvPr>
            <p:ph type="ftr" sz="quarter" idx="11"/>
          </p:nvPr>
        </p:nvSpPr>
        <p:spPr/>
        <p:txBody>
          <a:bodyPr/>
          <a:lstStyle/>
          <a:p>
            <a:r>
              <a:rPr lang="en-US"/>
              <a:t>SCSD2523 Database - Enhanced Entity Relationship Modeling</a:t>
            </a:r>
          </a:p>
        </p:txBody>
      </p:sp>
      <p:sp>
        <p:nvSpPr>
          <p:cNvPr id="4" name="Slide Number Placeholder 3"/>
          <p:cNvSpPr>
            <a:spLocks noGrp="1"/>
          </p:cNvSpPr>
          <p:nvPr>
            <p:ph type="sldNum" sz="quarter" idx="12"/>
          </p:nvPr>
        </p:nvSpPr>
        <p:spPr/>
        <p:txBody>
          <a:bodyPr/>
          <a:lstStyle/>
          <a:p>
            <a:fld id="{B5912E74-8957-4046-8937-1199D0665174}" type="slidenum">
              <a:rPr lang="en-US" smtClean="0"/>
              <a:t>‹#›</a:t>
            </a:fld>
            <a:endParaRPr lang="en-US"/>
          </a:p>
        </p:txBody>
      </p:sp>
      <p:pic>
        <p:nvPicPr>
          <p:cNvPr id="5" name="Picture 4">
            <a:extLst>
              <a:ext uri="{FF2B5EF4-FFF2-40B4-BE49-F238E27FC236}">
                <a16:creationId xmlns:a16="http://schemas.microsoft.com/office/drawing/2014/main" id="{0E127744-5329-BE88-7600-67232968D226}"/>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pic>
        <p:nvPicPr>
          <p:cNvPr id="6" name="Picture 5">
            <a:extLst>
              <a:ext uri="{FF2B5EF4-FFF2-40B4-BE49-F238E27FC236}">
                <a16:creationId xmlns:a16="http://schemas.microsoft.com/office/drawing/2014/main" id="{7BC529A7-6F6D-F573-7D88-D49196FC62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7" name="Group 6">
            <a:extLst>
              <a:ext uri="{FF2B5EF4-FFF2-40B4-BE49-F238E27FC236}">
                <a16:creationId xmlns:a16="http://schemas.microsoft.com/office/drawing/2014/main" id="{25EA5D01-1F5B-0579-5357-F04B1C36DD41}"/>
              </a:ext>
            </a:extLst>
          </p:cNvPr>
          <p:cNvGrpSpPr/>
          <p:nvPr userDrawn="1"/>
        </p:nvGrpSpPr>
        <p:grpSpPr>
          <a:xfrm>
            <a:off x="8936250" y="4900066"/>
            <a:ext cx="219291" cy="1456285"/>
            <a:chOff x="-22867" y="4982614"/>
            <a:chExt cx="292388" cy="1456285"/>
          </a:xfrm>
        </p:grpSpPr>
        <p:sp>
          <p:nvSpPr>
            <p:cNvPr id="8" name="Rectangle 7">
              <a:extLst>
                <a:ext uri="{FF2B5EF4-FFF2-40B4-BE49-F238E27FC236}">
                  <a16:creationId xmlns:a16="http://schemas.microsoft.com/office/drawing/2014/main" id="{6867477B-B868-BC5A-DA6E-1F4D600A4DC8}"/>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9" name="TextBox 8">
              <a:extLst>
                <a:ext uri="{FF2B5EF4-FFF2-40B4-BE49-F238E27FC236}">
                  <a16:creationId xmlns:a16="http://schemas.microsoft.com/office/drawing/2014/main" id="{C3ECCD91-7C64-36AA-C444-560ADEC0EB85}"/>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4251481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CCC62D-D1A8-4022-8138-5D41A1DC3D7B}" type="datetime1">
              <a:rPr lang="en-US" smtClean="0"/>
              <a:t>12/2/24</a:t>
            </a:fld>
            <a:endParaRPr lang="en-US"/>
          </a:p>
        </p:txBody>
      </p:sp>
      <p:sp>
        <p:nvSpPr>
          <p:cNvPr id="6" name="Footer Placeholder 5"/>
          <p:cNvSpPr>
            <a:spLocks noGrp="1"/>
          </p:cNvSpPr>
          <p:nvPr>
            <p:ph type="ftr" sz="quarter" idx="11"/>
          </p:nvPr>
        </p:nvSpPr>
        <p:spPr/>
        <p:txBody>
          <a:bodyPr/>
          <a:lstStyle/>
          <a:p>
            <a:r>
              <a:rPr lang="en-US"/>
              <a:t>SCSD2523 Database - Enhanced Entity Relationship Modeling</a:t>
            </a:r>
          </a:p>
        </p:txBody>
      </p:sp>
      <p:sp>
        <p:nvSpPr>
          <p:cNvPr id="7" name="Slide Number Placeholder 6"/>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69FB81E8-EA2C-506A-10FA-7D803AD901B3}"/>
              </a:ext>
            </a:extLst>
          </p:cNvPr>
          <p:cNvPicPr>
            <a:picLocks noChangeAspect="1"/>
          </p:cNvPicPr>
          <p:nvPr userDrawn="1"/>
        </p:nvPicPr>
        <p:blipFill>
          <a:blip r:embed="rId2"/>
          <a:stretch>
            <a:fillRect/>
          </a:stretch>
        </p:blipFill>
        <p:spPr>
          <a:xfrm rot="10800000" flipV="1">
            <a:off x="3534946" y="1270"/>
            <a:ext cx="5334040" cy="1831461"/>
          </a:xfrm>
          <a:prstGeom prst="rect">
            <a:avLst/>
          </a:prstGeom>
        </p:spPr>
      </p:pic>
      <p:sp>
        <p:nvSpPr>
          <p:cNvPr id="9" name="Rectangle 8">
            <a:extLst>
              <a:ext uri="{FF2B5EF4-FFF2-40B4-BE49-F238E27FC236}">
                <a16:creationId xmlns:a16="http://schemas.microsoft.com/office/drawing/2014/main" id="{9913A959-2E15-60E8-2B8A-9496F0FA5F9A}"/>
              </a:ext>
            </a:extLst>
          </p:cNvPr>
          <p:cNvSpPr/>
          <p:nvPr userDrawn="1"/>
        </p:nvSpPr>
        <p:spPr>
          <a:xfrm>
            <a:off x="-28574" y="0"/>
            <a:ext cx="3573066" cy="6858000"/>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a:extLst>
              <a:ext uri="{FF2B5EF4-FFF2-40B4-BE49-F238E27FC236}">
                <a16:creationId xmlns:a16="http://schemas.microsoft.com/office/drawing/2014/main" id="{0B3C8A88-2471-C32B-3097-5E95BE8B60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sp>
        <p:nvSpPr>
          <p:cNvPr id="11" name="Rectangle 10">
            <a:extLst>
              <a:ext uri="{FF2B5EF4-FFF2-40B4-BE49-F238E27FC236}">
                <a16:creationId xmlns:a16="http://schemas.microsoft.com/office/drawing/2014/main" id="{790501B7-0232-8FF3-5CCC-91E5E5991F04}"/>
              </a:ext>
            </a:extLst>
          </p:cNvPr>
          <p:cNvSpPr/>
          <p:nvPr userDrawn="1"/>
        </p:nvSpPr>
        <p:spPr>
          <a:xfrm rot="5400000">
            <a:off x="135965" y="3406639"/>
            <a:ext cx="6858000" cy="447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nvGrpSpPr>
          <p:cNvPr id="12" name="Group 11">
            <a:extLst>
              <a:ext uri="{FF2B5EF4-FFF2-40B4-BE49-F238E27FC236}">
                <a16:creationId xmlns:a16="http://schemas.microsoft.com/office/drawing/2014/main" id="{113E9740-171A-A412-EDDD-D2EA45FAF069}"/>
              </a:ext>
            </a:extLst>
          </p:cNvPr>
          <p:cNvGrpSpPr/>
          <p:nvPr userDrawn="1"/>
        </p:nvGrpSpPr>
        <p:grpSpPr>
          <a:xfrm>
            <a:off x="8936250" y="4900066"/>
            <a:ext cx="219291" cy="1456285"/>
            <a:chOff x="-22867" y="4982614"/>
            <a:chExt cx="292388" cy="1456285"/>
          </a:xfrm>
        </p:grpSpPr>
        <p:sp>
          <p:nvSpPr>
            <p:cNvPr id="13" name="Rectangle 12">
              <a:extLst>
                <a:ext uri="{FF2B5EF4-FFF2-40B4-BE49-F238E27FC236}">
                  <a16:creationId xmlns:a16="http://schemas.microsoft.com/office/drawing/2014/main" id="{EFBF0439-E038-C2C2-BFEE-68AEC9D8B293}"/>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extBox 13">
              <a:extLst>
                <a:ext uri="{FF2B5EF4-FFF2-40B4-BE49-F238E27FC236}">
                  <a16:creationId xmlns:a16="http://schemas.microsoft.com/office/drawing/2014/main" id="{E9823F29-B75D-8633-7ADB-8282A170662E}"/>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Tree>
    <p:extLst>
      <p:ext uri="{BB962C8B-B14F-4D97-AF65-F5344CB8AC3E}">
        <p14:creationId xmlns:p14="http://schemas.microsoft.com/office/powerpoint/2010/main" val="1756889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D624F62-5785-4C65-8FDA-027404D311DA}" type="datetime1">
              <a:rPr lang="en-US" smtClean="0"/>
              <a:t>12/2/24</a:t>
            </a:fld>
            <a:endParaRPr lang="en-US"/>
          </a:p>
        </p:txBody>
      </p:sp>
      <p:sp>
        <p:nvSpPr>
          <p:cNvPr id="6" name="Footer Placeholder 5"/>
          <p:cNvSpPr>
            <a:spLocks noGrp="1"/>
          </p:cNvSpPr>
          <p:nvPr>
            <p:ph type="ftr" sz="quarter" idx="11"/>
          </p:nvPr>
        </p:nvSpPr>
        <p:spPr/>
        <p:txBody>
          <a:bodyPr/>
          <a:lstStyle/>
          <a:p>
            <a:r>
              <a:rPr lang="en-US"/>
              <a:t>SCSD2523 Database - Enhanced Entity Relationship Modeling</a:t>
            </a:r>
          </a:p>
        </p:txBody>
      </p:sp>
      <p:sp>
        <p:nvSpPr>
          <p:cNvPr id="7" name="Slide Number Placeholder 6"/>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1041489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98F5D8-78B4-41C4-9F3E-8AAE3DDB67CF}" type="datetime1">
              <a:rPr lang="en-US" smtClean="0"/>
              <a:t>12/2/24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1305159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1CD12A-73F4-496A-9474-A565473D6099}" type="datetime1">
              <a:rPr lang="en-US" smtClean="0"/>
              <a:t>12/2/24</a:t>
            </a:fld>
            <a:endParaRPr lang="en-US"/>
          </a:p>
        </p:txBody>
      </p:sp>
      <p:sp>
        <p:nvSpPr>
          <p:cNvPr id="5" name="Footer Placeholder 4"/>
          <p:cNvSpPr>
            <a:spLocks noGrp="1"/>
          </p:cNvSpPr>
          <p:nvPr>
            <p:ph type="ftr" sz="quarter" idx="11"/>
          </p:nvPr>
        </p:nvSpPr>
        <p:spPr/>
        <p:txBody>
          <a:bodyPr/>
          <a:lstStyle/>
          <a:p>
            <a:r>
              <a:rPr lang="en-US"/>
              <a:t>SCSD2523 Database - Enhanced Entity Relationship Modeling</a:t>
            </a:r>
          </a:p>
        </p:txBody>
      </p:sp>
      <p:sp>
        <p:nvSpPr>
          <p:cNvPr id="6" name="Slide Number Placeholder 5"/>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8092042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ag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A77FC49-908E-7282-71D1-FF9B45CC794D}"/>
              </a:ext>
            </a:extLst>
          </p:cNvPr>
          <p:cNvPicPr>
            <a:picLocks noChangeAspect="1"/>
          </p:cNvPicPr>
          <p:nvPr userDrawn="1"/>
        </p:nvPicPr>
        <p:blipFill>
          <a:blip r:embed="rId2">
            <a:alphaModFix amt="34000"/>
            <a:extLst>
              <a:ext uri="{28A0092B-C50C-407E-A947-70E740481C1C}">
                <a14:useLocalDpi xmlns:a14="http://schemas.microsoft.com/office/drawing/2010/main" val="0"/>
              </a:ext>
            </a:extLst>
          </a:blip>
          <a:stretch>
            <a:fillRect/>
          </a:stretch>
        </p:blipFill>
        <p:spPr>
          <a:xfrm rot="16200000">
            <a:off x="211027" y="-211028"/>
            <a:ext cx="6880030" cy="7302083"/>
          </a:xfrm>
          <a:prstGeom prst="rect">
            <a:avLst/>
          </a:prstGeom>
        </p:spPr>
      </p:pic>
      <p:pic>
        <p:nvPicPr>
          <p:cNvPr id="11" name="Picture 10">
            <a:extLst>
              <a:ext uri="{FF2B5EF4-FFF2-40B4-BE49-F238E27FC236}">
                <a16:creationId xmlns:a16="http://schemas.microsoft.com/office/drawing/2014/main" id="{B9FB5ACA-D821-A539-94D6-EEC7337F3AF1}"/>
              </a:ext>
            </a:extLst>
          </p:cNvPr>
          <p:cNvPicPr>
            <a:picLocks noChangeAspect="1"/>
          </p:cNvPicPr>
          <p:nvPr userDrawn="1"/>
        </p:nvPicPr>
        <p:blipFill>
          <a:blip r:embed="rId3">
            <a:alphaModFix amt="99000"/>
          </a:blip>
          <a:stretch>
            <a:fillRect/>
          </a:stretch>
        </p:blipFill>
        <p:spPr>
          <a:xfrm rot="10800000" flipV="1">
            <a:off x="44320" y="1"/>
            <a:ext cx="9055360" cy="3109189"/>
          </a:xfrm>
          <a:prstGeom prst="rect">
            <a:avLst/>
          </a:prstGeom>
        </p:spPr>
      </p:pic>
      <p:sp>
        <p:nvSpPr>
          <p:cNvPr id="3" name="Rectangle 2">
            <a:extLst>
              <a:ext uri="{FF2B5EF4-FFF2-40B4-BE49-F238E27FC236}">
                <a16:creationId xmlns:a16="http://schemas.microsoft.com/office/drawing/2014/main" id="{6500D8EF-2DF1-88B7-4784-92F60D932A2D}"/>
              </a:ext>
            </a:extLst>
          </p:cNvPr>
          <p:cNvSpPr/>
          <p:nvPr userDrawn="1"/>
        </p:nvSpPr>
        <p:spPr>
          <a:xfrm rot="5400000">
            <a:off x="4429545" y="2165578"/>
            <a:ext cx="284909" cy="9144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 name="TextBox 3">
            <a:extLst>
              <a:ext uri="{FF2B5EF4-FFF2-40B4-BE49-F238E27FC236}">
                <a16:creationId xmlns:a16="http://schemas.microsoft.com/office/drawing/2014/main" id="{E7418E44-B184-3318-E83E-1ED0427C4C32}"/>
              </a:ext>
            </a:extLst>
          </p:cNvPr>
          <p:cNvSpPr txBox="1"/>
          <p:nvPr userDrawn="1"/>
        </p:nvSpPr>
        <p:spPr>
          <a:xfrm>
            <a:off x="4109523" y="6595122"/>
            <a:ext cx="1032976" cy="219291"/>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spTree>
    <p:extLst>
      <p:ext uri="{BB962C8B-B14F-4D97-AF65-F5344CB8AC3E}">
        <p14:creationId xmlns:p14="http://schemas.microsoft.com/office/powerpoint/2010/main" val="9524657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Layout20">
    <p:bg>
      <p:bgPr>
        <a:solidFill>
          <a:srgbClr val="4B473E"/>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1AA9A-AEC4-6046-A3F2-5369021A386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Slide Number Placeholder 2">
            <a:extLst>
              <a:ext uri="{FF2B5EF4-FFF2-40B4-BE49-F238E27FC236}">
                <a16:creationId xmlns:a16="http://schemas.microsoft.com/office/drawing/2014/main" id="{EC475A35-BAA4-3243-952D-99C48B8346A8}"/>
              </a:ext>
            </a:extLst>
          </p:cNvPr>
          <p:cNvSpPr>
            <a:spLocks noGrp="1"/>
          </p:cNvSpPr>
          <p:nvPr>
            <p:ph type="sldNum" sz="quarter" idx="10"/>
          </p:nvPr>
        </p:nvSpPr>
        <p:spPr/>
        <p:txBody>
          <a:bodyPr/>
          <a:lstStyle/>
          <a:p>
            <a:pPr>
              <a:defRPr/>
            </a:pPr>
            <a:fld id="{3F781150-1FB5-914F-8F90-3BA38EB3A9B3}" type="slidenum">
              <a:rPr lang="en-US" smtClean="0"/>
              <a:pPr>
                <a:defRPr/>
              </a:pPr>
              <a:t>‹#›</a:t>
            </a:fld>
            <a:endParaRPr lang="en-US"/>
          </a:p>
        </p:txBody>
      </p:sp>
      <p:cxnSp>
        <p:nvCxnSpPr>
          <p:cNvPr id="8" name="Straight Connector 7">
            <a:extLst>
              <a:ext uri="{FF2B5EF4-FFF2-40B4-BE49-F238E27FC236}">
                <a16:creationId xmlns:a16="http://schemas.microsoft.com/office/drawing/2014/main" id="{74C836B4-5E2D-D94D-B92C-56626921C682}"/>
              </a:ext>
            </a:extLst>
          </p:cNvPr>
          <p:cNvCxnSpPr/>
          <p:nvPr userDrawn="1"/>
        </p:nvCxnSpPr>
        <p:spPr>
          <a:xfrm>
            <a:off x="-9525" y="101600"/>
            <a:ext cx="9144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05866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20C8336-6E97-19E8-88CA-FE902FF18424}"/>
              </a:ext>
            </a:extLst>
          </p:cNvPr>
          <p:cNvSpPr>
            <a:spLocks noGrp="1"/>
          </p:cNvSpPr>
          <p:nvPr>
            <p:ph type="dt" sz="half" idx="10"/>
          </p:nvPr>
        </p:nvSpPr>
        <p:spPr/>
        <p:txBody>
          <a:bodyPr/>
          <a:lstStyle/>
          <a:p>
            <a:fld id="{BA10176C-059B-43AC-A937-1C9EF52BF8F6}" type="datetime1">
              <a:rPr lang="en-US" smtClean="0"/>
              <a:t>12/2/24</a:t>
            </a:fld>
            <a:endParaRPr lang="en-US"/>
          </a:p>
        </p:txBody>
      </p:sp>
      <p:sp>
        <p:nvSpPr>
          <p:cNvPr id="4" name="Footer Placeholder 3">
            <a:extLst>
              <a:ext uri="{FF2B5EF4-FFF2-40B4-BE49-F238E27FC236}">
                <a16:creationId xmlns:a16="http://schemas.microsoft.com/office/drawing/2014/main" id="{940694A3-909C-4BC7-8684-CF6A8DF611AC}"/>
              </a:ext>
            </a:extLst>
          </p:cNvPr>
          <p:cNvSpPr>
            <a:spLocks noGrp="1"/>
          </p:cNvSpPr>
          <p:nvPr>
            <p:ph type="ftr" sz="quarter" idx="11"/>
          </p:nvPr>
        </p:nvSpPr>
        <p:spPr/>
        <p:txBody>
          <a:bodyPr/>
          <a:lstStyle/>
          <a:p>
            <a:r>
              <a:rPr lang="en-US"/>
              <a:t>SCSD2523 Database - Enhanced Entity Relationship Modeling</a:t>
            </a:r>
            <a:endParaRPr lang="en-US" dirty="0"/>
          </a:p>
        </p:txBody>
      </p:sp>
      <p:sp>
        <p:nvSpPr>
          <p:cNvPr id="5" name="Slide Number Placeholder 4">
            <a:extLst>
              <a:ext uri="{FF2B5EF4-FFF2-40B4-BE49-F238E27FC236}">
                <a16:creationId xmlns:a16="http://schemas.microsoft.com/office/drawing/2014/main" id="{0EA586F0-1709-92BF-CEC8-7DFA93F80910}"/>
              </a:ext>
            </a:extLst>
          </p:cNvPr>
          <p:cNvSpPr>
            <a:spLocks noGrp="1"/>
          </p:cNvSpPr>
          <p:nvPr>
            <p:ph type="sldNum" sz="quarter" idx="12"/>
          </p:nvPr>
        </p:nvSpPr>
        <p:spPr/>
        <p:txBody>
          <a:bodyPr/>
          <a:lstStyle/>
          <a:p>
            <a:fld id="{B5912E74-8957-4046-8937-1199D0665174}" type="slidenum">
              <a:rPr lang="en-US" smtClean="0"/>
              <a:t>‹#›</a:t>
            </a:fld>
            <a:endParaRPr lang="en-US"/>
          </a:p>
        </p:txBody>
      </p:sp>
      <p:grpSp>
        <p:nvGrpSpPr>
          <p:cNvPr id="10" name="Group 9">
            <a:extLst>
              <a:ext uri="{FF2B5EF4-FFF2-40B4-BE49-F238E27FC236}">
                <a16:creationId xmlns:a16="http://schemas.microsoft.com/office/drawing/2014/main" id="{C7993728-E209-C557-FA87-A687A2439D90}"/>
              </a:ext>
            </a:extLst>
          </p:cNvPr>
          <p:cNvGrpSpPr/>
          <p:nvPr userDrawn="1"/>
        </p:nvGrpSpPr>
        <p:grpSpPr>
          <a:xfrm>
            <a:off x="0" y="0"/>
            <a:ext cx="3242592" cy="7438348"/>
            <a:chOff x="0" y="0"/>
            <a:chExt cx="4323456" cy="7438348"/>
          </a:xfrm>
        </p:grpSpPr>
        <p:pic>
          <p:nvPicPr>
            <p:cNvPr id="12" name="Graphic 11">
              <a:extLst>
                <a:ext uri="{FF2B5EF4-FFF2-40B4-BE49-F238E27FC236}">
                  <a16:creationId xmlns:a16="http://schemas.microsoft.com/office/drawing/2014/main" id="{C291997A-C196-DCDE-0EA0-51D4FDEDADA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18649" cy="4463581"/>
            </a:xfrm>
            <a:prstGeom prst="rect">
              <a:avLst/>
            </a:prstGeom>
          </p:spPr>
        </p:pic>
        <p:sp>
          <p:nvSpPr>
            <p:cNvPr id="2" name="Parallelogram 1">
              <a:extLst>
                <a:ext uri="{FF2B5EF4-FFF2-40B4-BE49-F238E27FC236}">
                  <a16:creationId xmlns:a16="http://schemas.microsoft.com/office/drawing/2014/main" id="{14354985-0AB8-E860-28D0-17AD10E6B863}"/>
                </a:ext>
              </a:extLst>
            </p:cNvPr>
            <p:cNvSpPr/>
            <p:nvPr userDrawn="1"/>
          </p:nvSpPr>
          <p:spPr>
            <a:xfrm rot="8446488">
              <a:off x="1155879" y="3069975"/>
              <a:ext cx="2214654" cy="3120244"/>
            </a:xfrm>
            <a:prstGeom prst="parallelogram">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Parallelogram 5">
              <a:extLst>
                <a:ext uri="{FF2B5EF4-FFF2-40B4-BE49-F238E27FC236}">
                  <a16:creationId xmlns:a16="http://schemas.microsoft.com/office/drawing/2014/main" id="{9C95F9B9-2A5B-F93A-EA33-600D61519C46}"/>
                </a:ext>
              </a:extLst>
            </p:cNvPr>
            <p:cNvSpPr/>
            <p:nvPr userDrawn="1"/>
          </p:nvSpPr>
          <p:spPr>
            <a:xfrm rot="8446488">
              <a:off x="2539020" y="5497285"/>
              <a:ext cx="1784436" cy="1941063"/>
            </a:xfrm>
            <a:custGeom>
              <a:avLst/>
              <a:gdLst>
                <a:gd name="connsiteX0" fmla="*/ 0 w 2214654"/>
                <a:gd name="connsiteY0" fmla="*/ 3120244 h 3120244"/>
                <a:gd name="connsiteX1" fmla="*/ 553664 w 2214654"/>
                <a:gd name="connsiteY1" fmla="*/ 0 h 3120244"/>
                <a:gd name="connsiteX2" fmla="*/ 2214654 w 2214654"/>
                <a:gd name="connsiteY2" fmla="*/ 0 h 3120244"/>
                <a:gd name="connsiteX3" fmla="*/ 1660991 w 2214654"/>
                <a:gd name="connsiteY3" fmla="*/ 3120244 h 3120244"/>
                <a:gd name="connsiteX4" fmla="*/ 0 w 2214654"/>
                <a:gd name="connsiteY4" fmla="*/ 3120244 h 3120244"/>
                <a:gd name="connsiteX0" fmla="*/ 0 w 2214654"/>
                <a:gd name="connsiteY0" fmla="*/ 3120244 h 3120244"/>
                <a:gd name="connsiteX1" fmla="*/ 341522 w 2214654"/>
                <a:gd name="connsiteY1" fmla="*/ 1179181 h 3120244"/>
                <a:gd name="connsiteX2" fmla="*/ 2214654 w 2214654"/>
                <a:gd name="connsiteY2" fmla="*/ 0 h 3120244"/>
                <a:gd name="connsiteX3" fmla="*/ 1660991 w 2214654"/>
                <a:gd name="connsiteY3" fmla="*/ 3120244 h 3120244"/>
                <a:gd name="connsiteX4" fmla="*/ 0 w 2214654"/>
                <a:gd name="connsiteY4" fmla="*/ 3120244 h 3120244"/>
                <a:gd name="connsiteX0" fmla="*/ 0 w 1784436"/>
                <a:gd name="connsiteY0" fmla="*/ 1941063 h 1941063"/>
                <a:gd name="connsiteX1" fmla="*/ 341522 w 1784436"/>
                <a:gd name="connsiteY1" fmla="*/ 0 h 1941063"/>
                <a:gd name="connsiteX2" fmla="*/ 1784436 w 1784436"/>
                <a:gd name="connsiteY2" fmla="*/ 1205605 h 1941063"/>
                <a:gd name="connsiteX3" fmla="*/ 1660991 w 1784436"/>
                <a:gd name="connsiteY3" fmla="*/ 1941063 h 1941063"/>
                <a:gd name="connsiteX4" fmla="*/ 0 w 1784436"/>
                <a:gd name="connsiteY4" fmla="*/ 1941063 h 19410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84436" h="1941063">
                  <a:moveTo>
                    <a:pt x="0" y="1941063"/>
                  </a:moveTo>
                  <a:lnTo>
                    <a:pt x="341522" y="0"/>
                  </a:lnTo>
                  <a:lnTo>
                    <a:pt x="1784436" y="1205605"/>
                  </a:lnTo>
                  <a:lnTo>
                    <a:pt x="1660991" y="1941063"/>
                  </a:lnTo>
                  <a:lnTo>
                    <a:pt x="0" y="1941063"/>
                  </a:lnTo>
                  <a:close/>
                </a:path>
              </a:pathLst>
            </a:cu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grpSp>
      <p:pic>
        <p:nvPicPr>
          <p:cNvPr id="15" name="Graphic 14">
            <a:extLst>
              <a:ext uri="{FF2B5EF4-FFF2-40B4-BE49-F238E27FC236}">
                <a16:creationId xmlns:a16="http://schemas.microsoft.com/office/drawing/2014/main" id="{0B5606AF-41C6-0137-32A8-807A0A5D0D4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1594748" y="-1062392"/>
            <a:ext cx="1803810" cy="3385097"/>
          </a:xfrm>
          <a:prstGeom prst="rect">
            <a:avLst/>
          </a:prstGeom>
        </p:spPr>
      </p:pic>
      <p:pic>
        <p:nvPicPr>
          <p:cNvPr id="13" name="Picture 12">
            <a:extLst>
              <a:ext uri="{FF2B5EF4-FFF2-40B4-BE49-F238E27FC236}">
                <a16:creationId xmlns:a16="http://schemas.microsoft.com/office/drawing/2014/main" id="{9AF4D5AD-886B-F49D-187E-EF188BA5C869}"/>
              </a:ext>
            </a:extLst>
          </p:cNvPr>
          <p:cNvPicPr>
            <a:picLocks noChangeAspect="1"/>
          </p:cNvPicPr>
          <p:nvPr userDrawn="1"/>
        </p:nvPicPr>
        <p:blipFill>
          <a:blip r:embed="rId6">
            <a:alphaModFix amt="99000"/>
          </a:blip>
          <a:stretch>
            <a:fillRect/>
          </a:stretch>
        </p:blipFill>
        <p:spPr>
          <a:xfrm rot="5400000" flipV="1">
            <a:off x="-2832572" y="2842942"/>
            <a:ext cx="7046892" cy="1361011"/>
          </a:xfrm>
          <a:prstGeom prst="rect">
            <a:avLst/>
          </a:prstGeom>
        </p:spPr>
      </p:pic>
      <p:pic>
        <p:nvPicPr>
          <p:cNvPr id="16" name="Graphic 15">
            <a:extLst>
              <a:ext uri="{FF2B5EF4-FFF2-40B4-BE49-F238E27FC236}">
                <a16:creationId xmlns:a16="http://schemas.microsoft.com/office/drawing/2014/main" id="{ADB128DF-CD31-0CEB-4D7C-71A658062365}"/>
              </a:ext>
            </a:extLst>
          </p:cNvPr>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rot="10800000">
            <a:off x="212409" y="3743463"/>
            <a:ext cx="1560526" cy="2978013"/>
          </a:xfrm>
          <a:prstGeom prst="rect">
            <a:avLst/>
          </a:prstGeom>
        </p:spPr>
      </p:pic>
      <p:pic>
        <p:nvPicPr>
          <p:cNvPr id="25" name="Graphic 24">
            <a:extLst>
              <a:ext uri="{FF2B5EF4-FFF2-40B4-BE49-F238E27FC236}">
                <a16:creationId xmlns:a16="http://schemas.microsoft.com/office/drawing/2014/main" id="{3FF214BE-EBD1-4C75-B559-2A68D3A7182D}"/>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rot="5400000">
            <a:off x="1320140" y="6145600"/>
            <a:ext cx="419100" cy="592931"/>
          </a:xfrm>
          <a:prstGeom prst="rect">
            <a:avLst/>
          </a:prstGeom>
        </p:spPr>
      </p:pic>
    </p:spTree>
    <p:extLst>
      <p:ext uri="{BB962C8B-B14F-4D97-AF65-F5344CB8AC3E}">
        <p14:creationId xmlns:p14="http://schemas.microsoft.com/office/powerpoint/2010/main" val="8642491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6" name="Picture 35">
            <a:extLst>
              <a:ext uri="{FF2B5EF4-FFF2-40B4-BE49-F238E27FC236}">
                <a16:creationId xmlns:a16="http://schemas.microsoft.com/office/drawing/2014/main" id="{E22F56BC-829B-3BC8-96F9-8B26B69F0FD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6333" b="7973"/>
          <a:stretch/>
        </p:blipFill>
        <p:spPr>
          <a:xfrm>
            <a:off x="0" y="0"/>
            <a:ext cx="9144000" cy="6858000"/>
          </a:xfrm>
          <a:prstGeom prst="rect">
            <a:avLst/>
          </a:prstGeom>
        </p:spPr>
      </p:pic>
      <p:sp>
        <p:nvSpPr>
          <p:cNvPr id="34" name="Rectangle 33">
            <a:extLst>
              <a:ext uri="{FF2B5EF4-FFF2-40B4-BE49-F238E27FC236}">
                <a16:creationId xmlns:a16="http://schemas.microsoft.com/office/drawing/2014/main" id="{6D44EBC3-45F4-19C6-0AEB-16C907B4BCB5}"/>
              </a:ext>
            </a:extLst>
          </p:cNvPr>
          <p:cNvSpPr/>
          <p:nvPr userDrawn="1"/>
        </p:nvSpPr>
        <p:spPr>
          <a:xfrm>
            <a:off x="0" y="1"/>
            <a:ext cx="9144000" cy="6858000"/>
          </a:xfrm>
          <a:prstGeom prst="rect">
            <a:avLst/>
          </a:prstGeom>
          <a:gradFill flip="none" rotWithShape="1">
            <a:gsLst>
              <a:gs pos="12000">
                <a:srgbClr val="6C1D35">
                  <a:alpha val="68000"/>
                </a:srgbClr>
              </a:gs>
              <a:gs pos="77000">
                <a:schemeClr val="accent1">
                  <a:lumMod val="75000"/>
                </a:schemeClr>
              </a:gs>
            </a:gsLst>
            <a:lin ang="13500000" scaled="1"/>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Date Placeholder 2">
            <a:extLst>
              <a:ext uri="{FF2B5EF4-FFF2-40B4-BE49-F238E27FC236}">
                <a16:creationId xmlns:a16="http://schemas.microsoft.com/office/drawing/2014/main" id="{6528AE63-F58B-C295-2F24-0E7B07553C61}"/>
              </a:ext>
            </a:extLst>
          </p:cNvPr>
          <p:cNvSpPr>
            <a:spLocks noGrp="1"/>
          </p:cNvSpPr>
          <p:nvPr>
            <p:ph type="dt" sz="half" idx="10"/>
          </p:nvPr>
        </p:nvSpPr>
        <p:spPr/>
        <p:txBody>
          <a:bodyPr/>
          <a:lstStyle/>
          <a:p>
            <a:fld id="{EDF88398-A4E3-4285-B66D-BF01BB858EF1}" type="datetime1">
              <a:rPr lang="en-US" smtClean="0"/>
              <a:t>12/2/24</a:t>
            </a:fld>
            <a:endParaRPr lang="en-US"/>
          </a:p>
        </p:txBody>
      </p:sp>
      <p:sp>
        <p:nvSpPr>
          <p:cNvPr id="4" name="Footer Placeholder 3">
            <a:extLst>
              <a:ext uri="{FF2B5EF4-FFF2-40B4-BE49-F238E27FC236}">
                <a16:creationId xmlns:a16="http://schemas.microsoft.com/office/drawing/2014/main" id="{62D40798-1691-00D6-C3D9-64CC3EB82614}"/>
              </a:ext>
            </a:extLst>
          </p:cNvPr>
          <p:cNvSpPr>
            <a:spLocks noGrp="1"/>
          </p:cNvSpPr>
          <p:nvPr>
            <p:ph type="ftr" sz="quarter" idx="11"/>
          </p:nvPr>
        </p:nvSpPr>
        <p:spPr/>
        <p:txBody>
          <a:bodyPr/>
          <a:lstStyle/>
          <a:p>
            <a:r>
              <a:rPr lang="en-US"/>
              <a:t>SCSD2523 Database - Enhanced Entity Relationship Modeling</a:t>
            </a:r>
          </a:p>
        </p:txBody>
      </p:sp>
      <p:sp>
        <p:nvSpPr>
          <p:cNvPr id="5" name="Slide Number Placeholder 4">
            <a:extLst>
              <a:ext uri="{FF2B5EF4-FFF2-40B4-BE49-F238E27FC236}">
                <a16:creationId xmlns:a16="http://schemas.microsoft.com/office/drawing/2014/main" id="{011A835F-2749-4B9F-A9CB-5E0BF4302B2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41" name="Graphic 40">
            <a:extLst>
              <a:ext uri="{FF2B5EF4-FFF2-40B4-BE49-F238E27FC236}">
                <a16:creationId xmlns:a16="http://schemas.microsoft.com/office/drawing/2014/main" id="{BBA782F0-1339-9AD7-88E8-E482862A0C7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5334000" y="-35081"/>
            <a:ext cx="3688080" cy="6921189"/>
          </a:xfrm>
          <a:prstGeom prst="rect">
            <a:avLst/>
          </a:prstGeom>
        </p:spPr>
      </p:pic>
      <p:pic>
        <p:nvPicPr>
          <p:cNvPr id="42" name="Graphic 41">
            <a:extLst>
              <a:ext uri="{FF2B5EF4-FFF2-40B4-BE49-F238E27FC236}">
                <a16:creationId xmlns:a16="http://schemas.microsoft.com/office/drawing/2014/main" id="{955F31CF-FB2A-3612-E2CA-58665EF22E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10800000" flipH="1">
            <a:off x="8451197" y="349094"/>
            <a:ext cx="1507527" cy="2829081"/>
          </a:xfrm>
          <a:prstGeom prst="rect">
            <a:avLst/>
          </a:prstGeom>
        </p:spPr>
      </p:pic>
    </p:spTree>
    <p:extLst>
      <p:ext uri="{BB962C8B-B14F-4D97-AF65-F5344CB8AC3E}">
        <p14:creationId xmlns:p14="http://schemas.microsoft.com/office/powerpoint/2010/main" val="11868840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d pag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A9A0EB9F-5240-3366-0373-E8B7C3C2A4FE}"/>
              </a:ext>
            </a:extLst>
          </p:cNvPr>
          <p:cNvSpPr/>
          <p:nvPr userDrawn="1"/>
        </p:nvSpPr>
        <p:spPr>
          <a:xfrm>
            <a:off x="0" y="-2"/>
            <a:ext cx="9172575" cy="6858001"/>
          </a:xfrm>
          <a:prstGeom prst="rect">
            <a:avLst/>
          </a:prstGeom>
          <a:solidFill>
            <a:srgbClr val="6C1D3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9" name="Picture 18">
            <a:extLst>
              <a:ext uri="{FF2B5EF4-FFF2-40B4-BE49-F238E27FC236}">
                <a16:creationId xmlns:a16="http://schemas.microsoft.com/office/drawing/2014/main" id="{BAF7B2D7-FB34-55B3-113A-7F96DDA7A845}"/>
              </a:ext>
            </a:extLst>
          </p:cNvPr>
          <p:cNvPicPr>
            <a:picLocks noChangeAspect="1"/>
          </p:cNvPicPr>
          <p:nvPr userDrawn="1"/>
        </p:nvPicPr>
        <p:blipFill rotWithShape="1">
          <a:blip r:embed="rId2">
            <a:alphaModFix amt="32000"/>
            <a:extLst>
              <a:ext uri="{28A0092B-C50C-407E-A947-70E740481C1C}">
                <a14:useLocalDpi xmlns:a14="http://schemas.microsoft.com/office/drawing/2010/main" val="0"/>
              </a:ext>
            </a:extLst>
          </a:blip>
          <a:srcRect l="20647"/>
          <a:stretch/>
        </p:blipFill>
        <p:spPr>
          <a:xfrm rot="16200000">
            <a:off x="1157288" y="-1157288"/>
            <a:ext cx="6858000" cy="9172575"/>
          </a:xfrm>
          <a:prstGeom prst="rect">
            <a:avLst/>
          </a:prstGeom>
        </p:spPr>
      </p:pic>
      <p:sp>
        <p:nvSpPr>
          <p:cNvPr id="3" name="Date Placeholder 2">
            <a:extLst>
              <a:ext uri="{FF2B5EF4-FFF2-40B4-BE49-F238E27FC236}">
                <a16:creationId xmlns:a16="http://schemas.microsoft.com/office/drawing/2014/main" id="{837B2BBA-3015-27B9-D210-D15544F2C44D}"/>
              </a:ext>
            </a:extLst>
          </p:cNvPr>
          <p:cNvSpPr>
            <a:spLocks noGrp="1"/>
          </p:cNvSpPr>
          <p:nvPr>
            <p:ph type="dt" sz="half" idx="10"/>
          </p:nvPr>
        </p:nvSpPr>
        <p:spPr/>
        <p:txBody>
          <a:bodyPr/>
          <a:lstStyle/>
          <a:p>
            <a:fld id="{76AE8186-4779-4A39-BC0A-329F34EE9733}" type="datetime1">
              <a:rPr lang="en-US" smtClean="0"/>
              <a:t>12/2/24</a:t>
            </a:fld>
            <a:endParaRPr lang="en-US"/>
          </a:p>
        </p:txBody>
      </p:sp>
      <p:sp>
        <p:nvSpPr>
          <p:cNvPr id="4" name="Footer Placeholder 3">
            <a:extLst>
              <a:ext uri="{FF2B5EF4-FFF2-40B4-BE49-F238E27FC236}">
                <a16:creationId xmlns:a16="http://schemas.microsoft.com/office/drawing/2014/main" id="{02FAB71C-4835-3D07-2B7F-A7456A46C59F}"/>
              </a:ext>
            </a:extLst>
          </p:cNvPr>
          <p:cNvSpPr>
            <a:spLocks noGrp="1"/>
          </p:cNvSpPr>
          <p:nvPr>
            <p:ph type="ftr" sz="quarter" idx="11"/>
          </p:nvPr>
        </p:nvSpPr>
        <p:spPr/>
        <p:txBody>
          <a:bodyPr/>
          <a:lstStyle/>
          <a:p>
            <a:r>
              <a:rPr lang="en-US"/>
              <a:t>SCSD2523 Database - Enhanced Entity Relationship Modeling</a:t>
            </a:r>
          </a:p>
        </p:txBody>
      </p:sp>
      <p:sp>
        <p:nvSpPr>
          <p:cNvPr id="5" name="Slide Number Placeholder 4">
            <a:extLst>
              <a:ext uri="{FF2B5EF4-FFF2-40B4-BE49-F238E27FC236}">
                <a16:creationId xmlns:a16="http://schemas.microsoft.com/office/drawing/2014/main" id="{DEDE7A9C-9AFC-99CF-42E5-627A58693AE1}"/>
              </a:ext>
            </a:extLst>
          </p:cNvPr>
          <p:cNvSpPr>
            <a:spLocks noGrp="1"/>
          </p:cNvSpPr>
          <p:nvPr>
            <p:ph type="sldNum" sz="quarter" idx="12"/>
          </p:nvPr>
        </p:nvSpPr>
        <p:spPr/>
        <p:txBody>
          <a:bodyPr/>
          <a:lstStyle/>
          <a:p>
            <a:fld id="{B5912E74-8957-4046-8937-1199D0665174}" type="slidenum">
              <a:rPr lang="en-US" smtClean="0"/>
              <a:t>‹#›</a:t>
            </a:fld>
            <a:endParaRPr lang="en-US"/>
          </a:p>
        </p:txBody>
      </p:sp>
    </p:spTree>
    <p:extLst>
      <p:ext uri="{BB962C8B-B14F-4D97-AF65-F5344CB8AC3E}">
        <p14:creationId xmlns:p14="http://schemas.microsoft.com/office/powerpoint/2010/main" val="23956431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19C4FB23-4812-4C70-8CAE-972282915AC9}" type="datetime1">
              <a:rPr lang="en-US" smtClean="0"/>
              <a:t>12/2/24</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r>
              <a:rPr lang="en-US"/>
              <a:t>SCSD2523 Database - Enhanced Entity Relationship Modeling</a:t>
            </a:r>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8936250" y="4900066"/>
            <a:ext cx="219291" cy="1456285"/>
            <a:chOff x="-22867" y="4982614"/>
            <a:chExt cx="292388"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
        <p:nvSpPr>
          <p:cNvPr id="12" name="Rectangle 11">
            <a:extLst>
              <a:ext uri="{FF2B5EF4-FFF2-40B4-BE49-F238E27FC236}">
                <a16:creationId xmlns:a16="http://schemas.microsoft.com/office/drawing/2014/main" id="{812957FA-0954-130C-016A-4BAA3351102F}"/>
              </a:ext>
            </a:extLst>
          </p:cNvPr>
          <p:cNvSpPr/>
          <p:nvPr userDrawn="1"/>
        </p:nvSpPr>
        <p:spPr>
          <a:xfrm rot="5400000">
            <a:off x="4549140" y="2285174"/>
            <a:ext cx="45719" cy="9144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itle 1">
            <a:extLst>
              <a:ext uri="{FF2B5EF4-FFF2-40B4-BE49-F238E27FC236}">
                <a16:creationId xmlns:a16="http://schemas.microsoft.com/office/drawing/2014/main" id="{6B5F1816-5F6B-7928-15B1-1910931B275B}"/>
              </a:ext>
            </a:extLst>
          </p:cNvPr>
          <p:cNvSpPr>
            <a:spLocks noGrp="1"/>
          </p:cNvSpPr>
          <p:nvPr>
            <p:ph type="title"/>
          </p:nvPr>
        </p:nvSpPr>
        <p:spPr>
          <a:xfrm>
            <a:off x="628649" y="781052"/>
            <a:ext cx="78867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27433504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D450D105-3168-9AA2-1E36-18264E43F5DD}"/>
              </a:ext>
            </a:extLst>
          </p:cNvPr>
          <p:cNvPicPr>
            <a:picLocks noChangeAspect="1"/>
          </p:cNvPicPr>
          <p:nvPr userDrawn="1"/>
        </p:nvPicPr>
        <p:blipFill>
          <a:blip r:embed="rId2"/>
          <a:stretch>
            <a:fillRect/>
          </a:stretch>
        </p:blipFill>
        <p:spPr>
          <a:xfrm rot="10800000" flipV="1">
            <a:off x="5074" y="1270"/>
            <a:ext cx="5334040" cy="1831461"/>
          </a:xfrm>
          <a:prstGeom prst="rect">
            <a:avLst/>
          </a:prstGeom>
        </p:spPr>
      </p:pic>
      <p:sp>
        <p:nvSpPr>
          <p:cNvPr id="5" name="Date Placeholder 4">
            <a:extLst>
              <a:ext uri="{FF2B5EF4-FFF2-40B4-BE49-F238E27FC236}">
                <a16:creationId xmlns:a16="http://schemas.microsoft.com/office/drawing/2014/main" id="{EBC3EA9C-34EA-199C-CEF0-8463AAE7DDB7}"/>
              </a:ext>
            </a:extLst>
          </p:cNvPr>
          <p:cNvSpPr>
            <a:spLocks noGrp="1"/>
          </p:cNvSpPr>
          <p:nvPr>
            <p:ph type="dt" sz="half" idx="10"/>
          </p:nvPr>
        </p:nvSpPr>
        <p:spPr/>
        <p:txBody>
          <a:bodyPr/>
          <a:lstStyle/>
          <a:p>
            <a:fld id="{6AC9467A-595A-4554-B410-B37EDE2EF7A4}" type="datetime1">
              <a:rPr lang="en-US" smtClean="0"/>
              <a:t>12/2/24</a:t>
            </a:fld>
            <a:endParaRPr lang="en-US"/>
          </a:p>
        </p:txBody>
      </p:sp>
      <p:sp>
        <p:nvSpPr>
          <p:cNvPr id="6" name="Footer Placeholder 5">
            <a:extLst>
              <a:ext uri="{FF2B5EF4-FFF2-40B4-BE49-F238E27FC236}">
                <a16:creationId xmlns:a16="http://schemas.microsoft.com/office/drawing/2014/main" id="{A16D9ED6-2507-9043-2434-14990C2905A1}"/>
              </a:ext>
            </a:extLst>
          </p:cNvPr>
          <p:cNvSpPr>
            <a:spLocks noGrp="1"/>
          </p:cNvSpPr>
          <p:nvPr>
            <p:ph type="ftr" sz="quarter" idx="11"/>
          </p:nvPr>
        </p:nvSpPr>
        <p:spPr/>
        <p:txBody>
          <a:bodyPr/>
          <a:lstStyle/>
          <a:p>
            <a:r>
              <a:rPr lang="en-US"/>
              <a:t>SCSD2523 Database - Enhanced Entity Relationship Modeling</a:t>
            </a:r>
          </a:p>
        </p:txBody>
      </p:sp>
      <p:sp>
        <p:nvSpPr>
          <p:cNvPr id="7" name="Slide Number Placeholder 6">
            <a:extLst>
              <a:ext uri="{FF2B5EF4-FFF2-40B4-BE49-F238E27FC236}">
                <a16:creationId xmlns:a16="http://schemas.microsoft.com/office/drawing/2014/main" id="{BF15142B-2BCF-3584-CF46-5568AF2394B0}"/>
              </a:ext>
            </a:extLst>
          </p:cNvPr>
          <p:cNvSpPr>
            <a:spLocks noGrp="1"/>
          </p:cNvSpPr>
          <p:nvPr>
            <p:ph type="sldNum" sz="quarter" idx="12"/>
          </p:nvPr>
        </p:nvSpPr>
        <p:spPr/>
        <p:txBody>
          <a:bodyPr/>
          <a:lstStyle/>
          <a:p>
            <a:fld id="{B5912E74-8957-4046-8937-1199D0665174}" type="slidenum">
              <a:rPr lang="en-US" smtClean="0"/>
              <a:t>‹#›</a:t>
            </a:fld>
            <a:endParaRPr lang="en-US"/>
          </a:p>
        </p:txBody>
      </p:sp>
      <p:pic>
        <p:nvPicPr>
          <p:cNvPr id="8" name="Picture 7">
            <a:extLst>
              <a:ext uri="{FF2B5EF4-FFF2-40B4-BE49-F238E27FC236}">
                <a16:creationId xmlns:a16="http://schemas.microsoft.com/office/drawing/2014/main" id="{1E117FA9-E26A-4F12-3480-6499E26C73F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859159" y="283591"/>
            <a:ext cx="1101125" cy="497461"/>
          </a:xfrm>
          <a:prstGeom prst="rect">
            <a:avLst/>
          </a:prstGeom>
        </p:spPr>
      </p:pic>
      <p:grpSp>
        <p:nvGrpSpPr>
          <p:cNvPr id="9" name="Group 8">
            <a:extLst>
              <a:ext uri="{FF2B5EF4-FFF2-40B4-BE49-F238E27FC236}">
                <a16:creationId xmlns:a16="http://schemas.microsoft.com/office/drawing/2014/main" id="{C2F26ABC-4A2D-3F29-949F-D733E61C91B2}"/>
              </a:ext>
            </a:extLst>
          </p:cNvPr>
          <p:cNvGrpSpPr/>
          <p:nvPr userDrawn="1"/>
        </p:nvGrpSpPr>
        <p:grpSpPr>
          <a:xfrm>
            <a:off x="8936250" y="4900066"/>
            <a:ext cx="219291" cy="1456285"/>
            <a:chOff x="-22867" y="4982614"/>
            <a:chExt cx="292388" cy="1456285"/>
          </a:xfrm>
        </p:grpSpPr>
        <p:sp>
          <p:nvSpPr>
            <p:cNvPr id="10" name="Rectangle 9">
              <a:extLst>
                <a:ext uri="{FF2B5EF4-FFF2-40B4-BE49-F238E27FC236}">
                  <a16:creationId xmlns:a16="http://schemas.microsoft.com/office/drawing/2014/main" id="{70ED001F-8063-F3C7-2FEF-E453A15D6F8A}"/>
                </a:ext>
              </a:extLst>
            </p:cNvPr>
            <p:cNvSpPr/>
            <p:nvPr userDrawn="1"/>
          </p:nvSpPr>
          <p:spPr>
            <a:xfrm>
              <a:off x="-7479" y="4982614"/>
              <a:ext cx="261612" cy="1456285"/>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1" name="TextBox 10">
              <a:extLst>
                <a:ext uri="{FF2B5EF4-FFF2-40B4-BE49-F238E27FC236}">
                  <a16:creationId xmlns:a16="http://schemas.microsoft.com/office/drawing/2014/main" id="{F8584E66-4123-80C8-F229-404A09AEC330}"/>
                </a:ext>
              </a:extLst>
            </p:cNvPr>
            <p:cNvSpPr txBox="1"/>
            <p:nvPr userDrawn="1"/>
          </p:nvSpPr>
          <p:spPr>
            <a:xfrm rot="16200000">
              <a:off x="-565324" y="5562781"/>
              <a:ext cx="1377301" cy="292388"/>
            </a:xfrm>
            <a:prstGeom prst="rect">
              <a:avLst/>
            </a:prstGeom>
            <a:noFill/>
          </p:spPr>
          <p:txBody>
            <a:bodyPr wrap="square" rtlCol="0">
              <a:spAutoFit/>
            </a:bodyPr>
            <a:lstStyle/>
            <a:p>
              <a:pPr algn="ctr"/>
              <a:r>
                <a:rPr lang="en-US" sz="825" b="1" i="0" dirty="0">
                  <a:solidFill>
                    <a:schemeClr val="bg1">
                      <a:lumMod val="95000"/>
                    </a:schemeClr>
                  </a:solidFill>
                  <a:ea typeface="Montserrat Semi" charset="0"/>
                  <a:cs typeface="Montserrat Semi" charset="0"/>
                </a:rPr>
                <a:t>www.utm.my</a:t>
              </a:r>
              <a:endParaRPr lang="en-US" sz="825" b="1" i="0" dirty="0">
                <a:solidFill>
                  <a:schemeClr val="accent4"/>
                </a:solidFill>
                <a:ea typeface="Montserrat Semi" charset="0"/>
                <a:cs typeface="Montserrat Semi" charset="0"/>
              </a:endParaRPr>
            </a:p>
          </p:txBody>
        </p:sp>
      </p:grpSp>
      <p:sp>
        <p:nvSpPr>
          <p:cNvPr id="13" name="Rectangle 12">
            <a:extLst>
              <a:ext uri="{FF2B5EF4-FFF2-40B4-BE49-F238E27FC236}">
                <a16:creationId xmlns:a16="http://schemas.microsoft.com/office/drawing/2014/main" id="{CAE4AFB9-D289-5BB8-FC6E-3A98AE611BFD}"/>
              </a:ext>
            </a:extLst>
          </p:cNvPr>
          <p:cNvSpPr/>
          <p:nvPr userDrawn="1"/>
        </p:nvSpPr>
        <p:spPr>
          <a:xfrm rot="5400000">
            <a:off x="4554215" y="-4562095"/>
            <a:ext cx="45719" cy="9144000"/>
          </a:xfrm>
          <a:prstGeom prst="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Title 1">
            <a:extLst>
              <a:ext uri="{FF2B5EF4-FFF2-40B4-BE49-F238E27FC236}">
                <a16:creationId xmlns:a16="http://schemas.microsoft.com/office/drawing/2014/main" id="{559C5E7F-48AB-BACC-5157-81B702629420}"/>
              </a:ext>
            </a:extLst>
          </p:cNvPr>
          <p:cNvSpPr>
            <a:spLocks noGrp="1"/>
          </p:cNvSpPr>
          <p:nvPr>
            <p:ph type="title"/>
          </p:nvPr>
        </p:nvSpPr>
        <p:spPr>
          <a:xfrm>
            <a:off x="628649" y="781052"/>
            <a:ext cx="7886700" cy="1325563"/>
          </a:xfrm>
        </p:spPr>
        <p:txBody>
          <a:bodyPr/>
          <a:lstStyle>
            <a:lvl1pPr>
              <a:defRPr>
                <a:latin typeface="+mn-lt"/>
              </a:defRPr>
            </a:lvl1pPr>
          </a:lstStyle>
          <a:p>
            <a:r>
              <a:rPr lang="en-US" dirty="0"/>
              <a:t>Click to edit Master title style</a:t>
            </a:r>
          </a:p>
        </p:txBody>
      </p:sp>
    </p:spTree>
    <p:extLst>
      <p:ext uri="{BB962C8B-B14F-4D97-AF65-F5344CB8AC3E}">
        <p14:creationId xmlns:p14="http://schemas.microsoft.com/office/powerpoint/2010/main" val="17886618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3220D-C16E-49EE-9560-ED9ECB5EF27B}" type="datetime1">
              <a:rPr lang="en-US" smtClean="0"/>
              <a:t>12/2/24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SCSD2523 Database - Enhanced Entity Relationship Modeling</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912E74-8957-4046-8937-1199D0665174}" type="slidenum">
              <a:rPr lang="en-US" smtClean="0"/>
              <a:t>‹#›</a:t>
            </a:fld>
            <a:endParaRPr lang="en-US"/>
          </a:p>
        </p:txBody>
      </p:sp>
    </p:spTree>
    <p:extLst>
      <p:ext uri="{BB962C8B-B14F-4D97-AF65-F5344CB8AC3E}">
        <p14:creationId xmlns:p14="http://schemas.microsoft.com/office/powerpoint/2010/main" val="250780481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64" r:id="rId14"/>
    <p:sldLayoutId id="2147483666" r:id="rId15"/>
    <p:sldLayoutId id="2147483662" r:id="rId16"/>
    <p:sldLayoutId id="2147483657" r:id="rId17"/>
    <p:sldLayoutId id="2147483663"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customXml" Target="../ink/ink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customXml" Target="../ink/ink6.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DAD0E23-96B9-5B33-C4F6-4DBCE5F54F96}"/>
              </a:ext>
            </a:extLst>
          </p:cNvPr>
          <p:cNvSpPr txBox="1"/>
          <p:nvPr/>
        </p:nvSpPr>
        <p:spPr>
          <a:xfrm>
            <a:off x="1295775" y="3216670"/>
            <a:ext cx="6258001" cy="1200329"/>
          </a:xfrm>
          <a:prstGeom prst="rect">
            <a:avLst/>
          </a:prstGeom>
          <a:noFill/>
        </p:spPr>
        <p:txBody>
          <a:bodyPr wrap="square" rtlCol="0">
            <a:spAutoFit/>
          </a:bodyPr>
          <a:lstStyle/>
          <a:p>
            <a:r>
              <a:rPr lang="en-MY" sz="2400" spc="225" dirty="0">
                <a:solidFill>
                  <a:schemeClr val="tx1">
                    <a:lumMod val="75000"/>
                    <a:lumOff val="25000"/>
                  </a:schemeClr>
                </a:solidFill>
              </a:rPr>
              <a:t>TOPIC 5 </a:t>
            </a:r>
          </a:p>
          <a:p>
            <a:r>
              <a:rPr lang="en-MY" sz="2400" spc="225" dirty="0">
                <a:solidFill>
                  <a:schemeClr val="tx1">
                    <a:lumMod val="75000"/>
                    <a:lumOff val="25000"/>
                  </a:schemeClr>
                </a:solidFill>
              </a:rPr>
              <a:t>ENHANCED ENTITY RELATIONSHIP MODELLING</a:t>
            </a:r>
          </a:p>
        </p:txBody>
      </p:sp>
      <p:sp>
        <p:nvSpPr>
          <p:cNvPr id="6" name="TextBox 5">
            <a:extLst>
              <a:ext uri="{FF2B5EF4-FFF2-40B4-BE49-F238E27FC236}">
                <a16:creationId xmlns:a16="http://schemas.microsoft.com/office/drawing/2014/main" id="{8E102EFA-FD94-7D1F-B76C-45B63CEC7823}"/>
              </a:ext>
            </a:extLst>
          </p:cNvPr>
          <p:cNvSpPr txBox="1"/>
          <p:nvPr/>
        </p:nvSpPr>
        <p:spPr>
          <a:xfrm>
            <a:off x="1248727" y="2524173"/>
            <a:ext cx="8222726" cy="715581"/>
          </a:xfrm>
          <a:prstGeom prst="rect">
            <a:avLst/>
          </a:prstGeom>
          <a:noFill/>
        </p:spPr>
        <p:txBody>
          <a:bodyPr wrap="square" rtlCol="0">
            <a:spAutoFit/>
          </a:bodyPr>
          <a:lstStyle/>
          <a:p>
            <a:r>
              <a:rPr lang="en-US" sz="4050" b="1" kern="0" dirty="0">
                <a:solidFill>
                  <a:srgbClr val="6C1D35"/>
                </a:solidFill>
              </a:rPr>
              <a:t>SECD2523 DATABASE </a:t>
            </a:r>
          </a:p>
        </p:txBody>
      </p:sp>
      <p:pic>
        <p:nvPicPr>
          <p:cNvPr id="7" name="Picture 6">
            <a:extLst>
              <a:ext uri="{FF2B5EF4-FFF2-40B4-BE49-F238E27FC236}">
                <a16:creationId xmlns:a16="http://schemas.microsoft.com/office/drawing/2014/main" id="{770A5E36-46DF-4261-B2A9-84180659C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45362" y="1306887"/>
            <a:ext cx="1687055" cy="563921"/>
          </a:xfrm>
          <a:prstGeom prst="rect">
            <a:avLst/>
          </a:prstGeom>
        </p:spPr>
      </p:pic>
      <p:pic>
        <p:nvPicPr>
          <p:cNvPr id="2" name="Picture 1">
            <a:extLst>
              <a:ext uri="{FF2B5EF4-FFF2-40B4-BE49-F238E27FC236}">
                <a16:creationId xmlns:a16="http://schemas.microsoft.com/office/drawing/2014/main" id="{0DAB95FE-9FB6-3175-C6AD-6B6A256E7A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3822" y="6350373"/>
            <a:ext cx="1602578" cy="120605"/>
          </a:xfrm>
          <a:prstGeom prst="rect">
            <a:avLst/>
          </a:prstGeom>
        </p:spPr>
      </p:pic>
      <p:sp>
        <p:nvSpPr>
          <p:cNvPr id="3" name="TextBox 2">
            <a:extLst>
              <a:ext uri="{FF2B5EF4-FFF2-40B4-BE49-F238E27FC236}">
                <a16:creationId xmlns:a16="http://schemas.microsoft.com/office/drawing/2014/main" id="{FC72DD83-1D7D-D9BF-F0F3-053EE3201597}"/>
              </a:ext>
            </a:extLst>
          </p:cNvPr>
          <p:cNvSpPr txBox="1"/>
          <p:nvPr/>
        </p:nvSpPr>
        <p:spPr>
          <a:xfrm>
            <a:off x="604157" y="5979448"/>
            <a:ext cx="8009165" cy="623248"/>
          </a:xfrm>
          <a:prstGeom prst="rect">
            <a:avLst/>
          </a:prstGeom>
          <a:noFill/>
        </p:spPr>
        <p:txBody>
          <a:bodyPr wrap="square" rtlCol="0">
            <a:spAutoFit/>
          </a:bodyPr>
          <a:lstStyle/>
          <a:p>
            <a:r>
              <a:rPr lang="en-GB" altLang="en-US" sz="1050" dirty="0">
                <a:latin typeface="Verdana"/>
                <a:ea typeface="Verdana" panose="020B0604030504040204" pitchFamily="34" charset="0"/>
                <a:cs typeface="Verdana" panose="020B0604030504040204" pitchFamily="34" charset="0"/>
              </a:rPr>
              <a:t>Content adapted from </a:t>
            </a:r>
            <a:r>
              <a:rPr lang="en-MY" sz="1050" dirty="0">
                <a:latin typeface="Helvetica" pitchFamily="2" charset="0"/>
              </a:rPr>
              <a:t>Connolly, T., </a:t>
            </a:r>
            <a:r>
              <a:rPr lang="en-MY" sz="1050" dirty="0" err="1">
                <a:latin typeface="Helvetica" pitchFamily="2" charset="0"/>
              </a:rPr>
              <a:t>Begg</a:t>
            </a:r>
            <a:r>
              <a:rPr lang="en-MY" sz="1050" dirty="0">
                <a:latin typeface="Helvetica" pitchFamily="2" charset="0"/>
              </a:rPr>
              <a:t>, C., 2015. Database Systems: A Practical Approach to Design, Implementation, and Management, Global Edition. Pearson Education.</a:t>
            </a:r>
          </a:p>
          <a:p>
            <a:endParaRPr lang="en-GB" sz="1350" dirty="0"/>
          </a:p>
        </p:txBody>
      </p:sp>
    </p:spTree>
    <p:extLst>
      <p:ext uri="{BB962C8B-B14F-4D97-AF65-F5344CB8AC3E}">
        <p14:creationId xmlns:p14="http://schemas.microsoft.com/office/powerpoint/2010/main" val="1793746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86133-417D-9582-AD5C-C9B40323D15B}"/>
              </a:ext>
            </a:extLst>
          </p:cNvPr>
          <p:cNvSpPr>
            <a:spLocks noGrp="1"/>
          </p:cNvSpPr>
          <p:nvPr>
            <p:ph type="title"/>
          </p:nvPr>
        </p:nvSpPr>
        <p:spPr/>
        <p:txBody>
          <a:bodyPr/>
          <a:lstStyle/>
          <a:p>
            <a:r>
              <a:rPr lang="en-US" dirty="0"/>
              <a:t>LECTURE LEARNING OUTCOME</a:t>
            </a:r>
          </a:p>
        </p:txBody>
      </p:sp>
      <p:grpSp>
        <p:nvGrpSpPr>
          <p:cNvPr id="7" name="Group 6">
            <a:extLst>
              <a:ext uri="{FF2B5EF4-FFF2-40B4-BE49-F238E27FC236}">
                <a16:creationId xmlns:a16="http://schemas.microsoft.com/office/drawing/2014/main" id="{32E07F62-62EA-F0CE-56B7-24048F3E2214}"/>
              </a:ext>
            </a:extLst>
          </p:cNvPr>
          <p:cNvGrpSpPr/>
          <p:nvPr/>
        </p:nvGrpSpPr>
        <p:grpSpPr>
          <a:xfrm>
            <a:off x="567123" y="2349187"/>
            <a:ext cx="8117798" cy="623822"/>
            <a:chOff x="531658" y="2405747"/>
            <a:chExt cx="10823730" cy="831763"/>
          </a:xfrm>
        </p:grpSpPr>
        <p:sp>
          <p:nvSpPr>
            <p:cNvPr id="9" name="Rectangle: Rounded Corners 8">
              <a:extLst>
                <a:ext uri="{FF2B5EF4-FFF2-40B4-BE49-F238E27FC236}">
                  <a16:creationId xmlns:a16="http://schemas.microsoft.com/office/drawing/2014/main" id="{C1F245CD-7264-D27E-FACB-A8B4DD06F1D6}"/>
                </a:ext>
              </a:extLst>
            </p:cNvPr>
            <p:cNvSpPr/>
            <p:nvPr/>
          </p:nvSpPr>
          <p:spPr>
            <a:xfrm>
              <a:off x="531658" y="2405747"/>
              <a:ext cx="10823730" cy="831763"/>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Text Placeholder 22">
              <a:extLst>
                <a:ext uri="{FF2B5EF4-FFF2-40B4-BE49-F238E27FC236}">
                  <a16:creationId xmlns:a16="http://schemas.microsoft.com/office/drawing/2014/main" id="{2F0FB714-3007-23C8-9764-E8C7159E2C4E}"/>
                </a:ext>
              </a:extLst>
            </p:cNvPr>
            <p:cNvSpPr txBox="1">
              <a:spLocks/>
            </p:cNvSpPr>
            <p:nvPr/>
          </p:nvSpPr>
          <p:spPr>
            <a:xfrm>
              <a:off x="612106" y="2569292"/>
              <a:ext cx="905786" cy="485535"/>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01</a:t>
              </a:r>
            </a:p>
          </p:txBody>
        </p:sp>
        <p:sp>
          <p:nvSpPr>
            <p:cNvPr id="16" name="TextBox 15">
              <a:extLst>
                <a:ext uri="{FF2B5EF4-FFF2-40B4-BE49-F238E27FC236}">
                  <a16:creationId xmlns:a16="http://schemas.microsoft.com/office/drawing/2014/main" id="{929E73F1-1DD6-8DC9-0B8E-AD1B04B34741}"/>
                </a:ext>
              </a:extLst>
            </p:cNvPr>
            <p:cNvSpPr txBox="1"/>
            <p:nvPr/>
          </p:nvSpPr>
          <p:spPr>
            <a:xfrm>
              <a:off x="1517893" y="2459712"/>
              <a:ext cx="9469053" cy="430887"/>
            </a:xfrm>
            <a:prstGeom prst="rect">
              <a:avLst/>
            </a:prstGeom>
            <a:noFill/>
          </p:spPr>
          <p:txBody>
            <a:bodyPr wrap="square" rtlCol="0">
              <a:spAutoFit/>
            </a:bodyPr>
            <a:lstStyle/>
            <a:p>
              <a:pPr algn="just"/>
              <a:r>
                <a:rPr lang="en-US" altLang="ko-KR" sz="1500" b="1" dirty="0">
                  <a:solidFill>
                    <a:schemeClr val="bg1"/>
                  </a:solidFill>
                  <a:cs typeface="Arial" pitchFamily="34" charset="0"/>
                </a:rPr>
                <a:t>Define basic concepts associated with EER diagram</a:t>
              </a:r>
            </a:p>
          </p:txBody>
        </p:sp>
      </p:grpSp>
      <p:pic>
        <p:nvPicPr>
          <p:cNvPr id="3" name="Picture 2">
            <a:extLst>
              <a:ext uri="{FF2B5EF4-FFF2-40B4-BE49-F238E27FC236}">
                <a16:creationId xmlns:a16="http://schemas.microsoft.com/office/drawing/2014/main" id="{4458F1EA-447C-486C-DE06-EF8199F796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35514" y="5802954"/>
            <a:ext cx="1463448" cy="110134"/>
          </a:xfrm>
          <a:prstGeom prst="rect">
            <a:avLst/>
          </a:prstGeom>
        </p:spPr>
      </p:pic>
      <p:sp>
        <p:nvSpPr>
          <p:cNvPr id="6" name="TextBox 5">
            <a:extLst>
              <a:ext uri="{FF2B5EF4-FFF2-40B4-BE49-F238E27FC236}">
                <a16:creationId xmlns:a16="http://schemas.microsoft.com/office/drawing/2014/main" id="{F7CF5489-1A93-67FA-16A5-04A76546BEFF}"/>
              </a:ext>
            </a:extLst>
          </p:cNvPr>
          <p:cNvSpPr txBox="1"/>
          <p:nvPr/>
        </p:nvSpPr>
        <p:spPr>
          <a:xfrm>
            <a:off x="551645" y="2010859"/>
            <a:ext cx="4587765" cy="300082"/>
          </a:xfrm>
          <a:prstGeom prst="rect">
            <a:avLst/>
          </a:prstGeom>
          <a:noFill/>
        </p:spPr>
        <p:txBody>
          <a:bodyPr wrap="square">
            <a:spAutoFit/>
          </a:bodyPr>
          <a:lstStyle/>
          <a:p>
            <a:r>
              <a:rPr lang="en-MY" sz="1350" b="1" dirty="0"/>
              <a:t>By the end of this lecture, students should be able to:</a:t>
            </a:r>
            <a:endParaRPr lang="en-MY" sz="1350" dirty="0"/>
          </a:p>
        </p:txBody>
      </p:sp>
      <p:sp>
        <p:nvSpPr>
          <p:cNvPr id="12" name="Rectangle: Rounded Corners 11">
            <a:extLst>
              <a:ext uri="{FF2B5EF4-FFF2-40B4-BE49-F238E27FC236}">
                <a16:creationId xmlns:a16="http://schemas.microsoft.com/office/drawing/2014/main" id="{344AC4C7-0CB4-FF63-FCB9-63FEE6F22477}"/>
              </a:ext>
            </a:extLst>
          </p:cNvPr>
          <p:cNvSpPr/>
          <p:nvPr/>
        </p:nvSpPr>
        <p:spPr>
          <a:xfrm>
            <a:off x="567123" y="3007572"/>
            <a:ext cx="8117798" cy="623822"/>
          </a:xfrm>
          <a:prstGeom prst="roundRect">
            <a:avLst/>
          </a:prstGeom>
          <a:solidFill>
            <a:srgbClr val="6C1D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14" name="Text Placeholder 22">
            <a:extLst>
              <a:ext uri="{FF2B5EF4-FFF2-40B4-BE49-F238E27FC236}">
                <a16:creationId xmlns:a16="http://schemas.microsoft.com/office/drawing/2014/main" id="{1C8EDED6-5A04-187B-A687-9F2524E0180E}"/>
              </a:ext>
            </a:extLst>
          </p:cNvPr>
          <p:cNvSpPr txBox="1">
            <a:spLocks/>
          </p:cNvSpPr>
          <p:nvPr/>
        </p:nvSpPr>
        <p:spPr>
          <a:xfrm>
            <a:off x="627459" y="3130231"/>
            <a:ext cx="679340" cy="364151"/>
          </a:xfrm>
          <a:prstGeom prst="rect">
            <a:avLst/>
          </a:prstGeom>
        </p:spPr>
        <p:txBody>
          <a:bodyPr anchor="ct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ko-KR" sz="2400" b="1" dirty="0">
                <a:solidFill>
                  <a:schemeClr val="bg1"/>
                </a:solidFill>
                <a:cs typeface="Arial" pitchFamily="34" charset="0"/>
              </a:rPr>
              <a:t>02</a:t>
            </a:r>
          </a:p>
        </p:txBody>
      </p:sp>
      <p:sp>
        <p:nvSpPr>
          <p:cNvPr id="15" name="TextBox 14">
            <a:extLst>
              <a:ext uri="{FF2B5EF4-FFF2-40B4-BE49-F238E27FC236}">
                <a16:creationId xmlns:a16="http://schemas.microsoft.com/office/drawing/2014/main" id="{06D76F8F-9451-9946-9AC6-6A4DC9337D85}"/>
              </a:ext>
            </a:extLst>
          </p:cNvPr>
          <p:cNvSpPr txBox="1"/>
          <p:nvPr/>
        </p:nvSpPr>
        <p:spPr>
          <a:xfrm>
            <a:off x="1306799" y="3048046"/>
            <a:ext cx="7101790" cy="323165"/>
          </a:xfrm>
          <a:prstGeom prst="rect">
            <a:avLst/>
          </a:prstGeom>
          <a:noFill/>
        </p:spPr>
        <p:txBody>
          <a:bodyPr wrap="square" rtlCol="0">
            <a:spAutoFit/>
          </a:bodyPr>
          <a:lstStyle/>
          <a:p>
            <a:pPr algn="just"/>
            <a:r>
              <a:rPr lang="en-US" altLang="ko-KR" sz="1500" b="1" dirty="0">
                <a:solidFill>
                  <a:schemeClr val="bg1"/>
                </a:solidFill>
                <a:cs typeface="Arial" pitchFamily="34" charset="0"/>
              </a:rPr>
              <a:t>Produce EER model to represent information to application system</a:t>
            </a:r>
          </a:p>
        </p:txBody>
      </p:sp>
      <p:sp>
        <p:nvSpPr>
          <p:cNvPr id="4" name="Slide Number Placeholder 3">
            <a:extLst>
              <a:ext uri="{FF2B5EF4-FFF2-40B4-BE49-F238E27FC236}">
                <a16:creationId xmlns:a16="http://schemas.microsoft.com/office/drawing/2014/main" id="{6425966A-DCB8-C82E-1215-D66CD0571921}"/>
              </a:ext>
            </a:extLst>
          </p:cNvPr>
          <p:cNvSpPr>
            <a:spLocks noGrp="1"/>
          </p:cNvSpPr>
          <p:nvPr>
            <p:ph type="sldNum" sz="quarter" idx="12"/>
          </p:nvPr>
        </p:nvSpPr>
        <p:spPr/>
        <p:txBody>
          <a:bodyPr/>
          <a:lstStyle/>
          <a:p>
            <a:fld id="{B5912E74-8957-4046-8937-1199D0665174}" type="slidenum">
              <a:rPr lang="en-US" smtClean="0"/>
              <a:t>2</a:t>
            </a:fld>
            <a:endParaRPr lang="en-US"/>
          </a:p>
        </p:txBody>
      </p:sp>
    </p:spTree>
    <p:extLst>
      <p:ext uri="{BB962C8B-B14F-4D97-AF65-F5344CB8AC3E}">
        <p14:creationId xmlns:p14="http://schemas.microsoft.com/office/powerpoint/2010/main" val="793206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Introduction</a:t>
            </a:r>
            <a:endParaRPr lang="en-US" dirty="0">
              <a:uFillTx/>
            </a:endParaRPr>
          </a:p>
        </p:txBody>
      </p:sp>
      <p:sp>
        <p:nvSpPr>
          <p:cNvPr id="3" name="Content Placeholder 2"/>
          <p:cNvSpPr>
            <a:spLocks noGrp="1"/>
          </p:cNvSpPr>
          <p:nvPr>
            <p:ph idx="1"/>
          </p:nvPr>
        </p:nvSpPr>
        <p:spPr/>
        <p:txBody>
          <a:bodyPr/>
          <a:lstStyle/>
          <a:p>
            <a:r>
              <a:rPr lang="en-US" dirty="0">
                <a:uFillTx/>
              </a:rPr>
              <a:t>Limitations of basic concepts of the ER model and requirements to represent more complex applications using additional data modeling concepts. </a:t>
            </a:r>
          </a:p>
          <a:p>
            <a:r>
              <a:rPr lang="en-US" dirty="0">
                <a:uFillTx/>
              </a:rPr>
              <a:t>Most useful additional data modeling concept of Enhanced ER (EER) model is called specialization/generalization.</a:t>
            </a:r>
          </a:p>
          <a:p>
            <a:r>
              <a:rPr lang="en-US" dirty="0">
                <a:uFillTx/>
              </a:rPr>
              <a:t>A diagrammatic technique for displaying specialization/generalization in an EER diagram using UML. </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3</a:t>
            </a:fld>
            <a:endParaRPr lang="en-US" dirty="0">
              <a:uFillTx/>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Enhanced Entity-Relationship Model</a:t>
            </a:r>
            <a:endParaRPr lang="en-US" dirty="0">
              <a:uFillTx/>
            </a:endParaRPr>
          </a:p>
        </p:txBody>
      </p:sp>
      <p:sp>
        <p:nvSpPr>
          <p:cNvPr id="3" name="Content Placeholder 2"/>
          <p:cNvSpPr>
            <a:spLocks noGrp="1"/>
          </p:cNvSpPr>
          <p:nvPr>
            <p:ph idx="1"/>
          </p:nvPr>
        </p:nvSpPr>
        <p:spPr/>
        <p:txBody>
          <a:bodyPr/>
          <a:lstStyle/>
          <a:p>
            <a:pPr lvl="1"/>
            <a:r>
              <a:rPr lang="en-US" dirty="0">
                <a:uFillTx/>
              </a:rPr>
              <a:t>To respond to increase requirements of more complex applications</a:t>
            </a:r>
          </a:p>
          <a:p>
            <a:pPr lvl="1"/>
            <a:r>
              <a:rPr lang="en-US" dirty="0">
                <a:uFillTx/>
              </a:rPr>
              <a:t>Basic concepts of ER modeling are not sufficient to represent requirements of newer, more complex applications.</a:t>
            </a:r>
          </a:p>
          <a:p>
            <a:pPr lvl="1"/>
            <a:r>
              <a:rPr lang="en-US" dirty="0">
                <a:uFillTx/>
              </a:rPr>
              <a:t>Response is development of additional ‘semantic’ modeling concepts.</a:t>
            </a:r>
          </a:p>
          <a:p>
            <a:pPr lvl="1"/>
            <a:r>
              <a:rPr lang="en-US" dirty="0">
                <a:uFillTx/>
              </a:rPr>
              <a:t>Semantic concepts are incorporated into the original ER model and called the Enhanced Entity-Relationship (EER) model.</a:t>
            </a:r>
          </a:p>
          <a:p>
            <a:pPr lvl="1"/>
            <a:r>
              <a:rPr lang="en-US" dirty="0">
                <a:uFillTx/>
              </a:rPr>
              <a:t>Examples of additional concept of EER model is called </a:t>
            </a:r>
            <a:r>
              <a:rPr lang="en-US" b="1" dirty="0">
                <a:solidFill>
                  <a:srgbClr val="0070C0"/>
                </a:solidFill>
                <a:uFillTx/>
              </a:rPr>
              <a:t>specialization</a:t>
            </a:r>
            <a:r>
              <a:rPr lang="en-US" dirty="0">
                <a:uFillTx/>
              </a:rPr>
              <a:t> / </a:t>
            </a:r>
            <a:r>
              <a:rPr lang="en-US" b="1" dirty="0">
                <a:solidFill>
                  <a:srgbClr val="0070C0"/>
                </a:solidFill>
                <a:uFillTx/>
              </a:rPr>
              <a:t>generalization</a:t>
            </a:r>
            <a:r>
              <a:rPr lang="en-US" dirty="0">
                <a:uFillTx/>
              </a:rPr>
              <a:t>.</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4</a:t>
            </a:fld>
            <a:endParaRPr lang="en-US" dirty="0">
              <a:uFillT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B714E-42AB-CB2C-D5BA-F12A4F15E08F}"/>
              </a:ext>
            </a:extLst>
          </p:cNvPr>
          <p:cNvSpPr>
            <a:spLocks noGrp="1"/>
          </p:cNvSpPr>
          <p:nvPr>
            <p:ph type="title"/>
          </p:nvPr>
        </p:nvSpPr>
        <p:spPr/>
        <p:txBody>
          <a:bodyPr>
            <a:normAutofit/>
          </a:bodyPr>
          <a:lstStyle/>
          <a:p>
            <a:r>
              <a:rPr lang="en-US" sz="3600" dirty="0"/>
              <a:t>Vehicles can be </a:t>
            </a:r>
            <a:r>
              <a:rPr lang="en-US" sz="3600" b="1" dirty="0">
                <a:solidFill>
                  <a:srgbClr val="FF0000"/>
                </a:solidFill>
              </a:rPr>
              <a:t>specialized</a:t>
            </a:r>
            <a:r>
              <a:rPr lang="en-US" sz="3600" dirty="0"/>
              <a:t> into more specific groups </a:t>
            </a:r>
            <a:r>
              <a:rPr lang="en-US" sz="3600" dirty="0">
                <a:solidFill>
                  <a:srgbClr val="FF0000"/>
                </a:solidFill>
              </a:rPr>
              <a:t>(maximize difference)</a:t>
            </a:r>
          </a:p>
        </p:txBody>
      </p:sp>
      <p:sp>
        <p:nvSpPr>
          <p:cNvPr id="3" name="Content Placeholder 2">
            <a:extLst>
              <a:ext uri="{FF2B5EF4-FFF2-40B4-BE49-F238E27FC236}">
                <a16:creationId xmlns:a16="http://schemas.microsoft.com/office/drawing/2014/main" id="{0C1D77AA-D13B-D881-80C7-DB2379CF3CE8}"/>
              </a:ext>
            </a:extLst>
          </p:cNvPr>
          <p:cNvSpPr>
            <a:spLocks noGrp="1"/>
          </p:cNvSpPr>
          <p:nvPr>
            <p:ph idx="1"/>
          </p:nvPr>
        </p:nvSpPr>
        <p:spPr/>
        <p:txBody>
          <a:bodyPr>
            <a:normAutofit/>
          </a:bodyPr>
          <a:lstStyle/>
          <a:p>
            <a:r>
              <a:rPr lang="en-US" sz="2400" dirty="0"/>
              <a:t>Superclass: Vehicles</a:t>
            </a:r>
          </a:p>
          <a:p>
            <a:r>
              <a:rPr lang="en-US" sz="2400" dirty="0"/>
              <a:t>Subclasses:</a:t>
            </a:r>
          </a:p>
          <a:p>
            <a:pPr lvl="1"/>
            <a:r>
              <a:rPr lang="en-US" dirty="0"/>
              <a:t>Cars: Smaller, used for personal transport, 4-5 seats.</a:t>
            </a:r>
          </a:p>
          <a:p>
            <a:pPr lvl="1"/>
            <a:r>
              <a:rPr lang="en-US" dirty="0"/>
              <a:t>Trucks: Larger, used for transporting goods, may have extra features like a loading bed.</a:t>
            </a:r>
          </a:p>
          <a:p>
            <a:pPr lvl="1"/>
            <a:r>
              <a:rPr lang="en-US" dirty="0"/>
              <a:t>Bikes: Two wheels, often for single riders, fuel-efficient.</a:t>
            </a:r>
          </a:p>
          <a:p>
            <a:pPr lvl="1"/>
            <a:endParaRPr lang="en-US" dirty="0"/>
          </a:p>
          <a:p>
            <a:pPr marL="0" indent="0">
              <a:buNone/>
            </a:pPr>
            <a:r>
              <a:rPr lang="en-US" dirty="0"/>
              <a:t>In specialization, focusing on the differences between the types of vehicles and organizing them into distinct groups.</a:t>
            </a:r>
          </a:p>
        </p:txBody>
      </p:sp>
      <p:sp>
        <p:nvSpPr>
          <p:cNvPr id="4" name="Slide Number Placeholder 3">
            <a:extLst>
              <a:ext uri="{FF2B5EF4-FFF2-40B4-BE49-F238E27FC236}">
                <a16:creationId xmlns:a16="http://schemas.microsoft.com/office/drawing/2014/main" id="{269D02C6-53C4-D7FD-CCD7-0C052ECB4538}"/>
              </a:ext>
            </a:extLst>
          </p:cNvPr>
          <p:cNvSpPr>
            <a:spLocks noGrp="1"/>
          </p:cNvSpPr>
          <p:nvPr>
            <p:ph type="sldNum" sz="quarter" idx="12"/>
          </p:nvPr>
        </p:nvSpPr>
        <p:spPr/>
        <p:txBody>
          <a:bodyPr/>
          <a:lstStyle/>
          <a:p>
            <a:fld id="{B5912E74-8957-4046-8937-1199D0665174}" type="slidenum">
              <a:rPr lang="en-US" smtClean="0"/>
              <a:t>5</a:t>
            </a:fld>
            <a:endParaRPr lang="en-US"/>
          </a:p>
        </p:txBody>
      </p:sp>
      <p:grpSp>
        <p:nvGrpSpPr>
          <p:cNvPr id="8" name="Group 7">
            <a:extLst>
              <a:ext uri="{FF2B5EF4-FFF2-40B4-BE49-F238E27FC236}">
                <a16:creationId xmlns:a16="http://schemas.microsoft.com/office/drawing/2014/main" id="{1D1F8295-8C7A-15A1-D465-D47E5649B1C9}"/>
              </a:ext>
            </a:extLst>
          </p:cNvPr>
          <p:cNvGrpSpPr/>
          <p:nvPr/>
        </p:nvGrpSpPr>
        <p:grpSpPr>
          <a:xfrm>
            <a:off x="3280860" y="1997614"/>
            <a:ext cx="398880" cy="535320"/>
            <a:chOff x="3280860" y="1997614"/>
            <a:chExt cx="398880" cy="53532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46406BE8-777A-56E1-C86D-46820EA25F08}"/>
                    </a:ext>
                  </a:extLst>
                </p14:cNvPr>
                <p14:cNvContentPartPr/>
                <p14:nvPr/>
              </p14:nvContentPartPr>
              <p14:xfrm>
                <a:off x="3280860" y="1997614"/>
                <a:ext cx="349200" cy="466920"/>
              </p14:xfrm>
            </p:contentPart>
          </mc:Choice>
          <mc:Fallback xmlns="">
            <p:pic>
              <p:nvPicPr>
                <p:cNvPr id="5" name="Ink 4">
                  <a:extLst>
                    <a:ext uri="{FF2B5EF4-FFF2-40B4-BE49-F238E27FC236}">
                      <a16:creationId xmlns:a16="http://schemas.microsoft.com/office/drawing/2014/main" id="{46406BE8-777A-56E1-C86D-46820EA25F08}"/>
                    </a:ext>
                  </a:extLst>
                </p:cNvPr>
                <p:cNvPicPr/>
                <p:nvPr/>
              </p:nvPicPr>
              <p:blipFill>
                <a:blip r:embed="rId3"/>
                <a:stretch>
                  <a:fillRect/>
                </a:stretch>
              </p:blipFill>
              <p:spPr>
                <a:xfrm>
                  <a:off x="3271860" y="1988974"/>
                  <a:ext cx="366840" cy="4845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AE4F451A-267A-5475-33BC-6C06F0D3F340}"/>
                    </a:ext>
                  </a:extLst>
                </p14:cNvPr>
                <p14:cNvContentPartPr/>
                <p14:nvPr/>
              </p14:nvContentPartPr>
              <p14:xfrm>
                <a:off x="3292020" y="2339974"/>
                <a:ext cx="387720" cy="192960"/>
              </p14:xfrm>
            </p:contentPart>
          </mc:Choice>
          <mc:Fallback xmlns="">
            <p:pic>
              <p:nvPicPr>
                <p:cNvPr id="6" name="Ink 5">
                  <a:extLst>
                    <a:ext uri="{FF2B5EF4-FFF2-40B4-BE49-F238E27FC236}">
                      <a16:creationId xmlns:a16="http://schemas.microsoft.com/office/drawing/2014/main" id="{AE4F451A-267A-5475-33BC-6C06F0D3F340}"/>
                    </a:ext>
                  </a:extLst>
                </p:cNvPr>
                <p:cNvPicPr/>
                <p:nvPr/>
              </p:nvPicPr>
              <p:blipFill>
                <a:blip r:embed="rId5"/>
                <a:stretch>
                  <a:fillRect/>
                </a:stretch>
              </p:blipFill>
              <p:spPr>
                <a:xfrm>
                  <a:off x="3283020" y="2330974"/>
                  <a:ext cx="405360" cy="210600"/>
                </a:xfrm>
                <a:prstGeom prst="rect">
                  <a:avLst/>
                </a:prstGeom>
              </p:spPr>
            </p:pic>
          </mc:Fallback>
        </mc:AlternateContent>
      </p:grpSp>
    </p:spTree>
    <p:extLst>
      <p:ext uri="{BB962C8B-B14F-4D97-AF65-F5344CB8AC3E}">
        <p14:creationId xmlns:p14="http://schemas.microsoft.com/office/powerpoint/2010/main" val="3341695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D1A8D-2832-1DF6-F687-1B7DF5AAB5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989046-F431-2EA4-C01A-034409E88700}"/>
              </a:ext>
            </a:extLst>
          </p:cNvPr>
          <p:cNvSpPr>
            <a:spLocks noGrp="1"/>
          </p:cNvSpPr>
          <p:nvPr>
            <p:ph type="title"/>
          </p:nvPr>
        </p:nvSpPr>
        <p:spPr/>
        <p:txBody>
          <a:bodyPr>
            <a:noAutofit/>
          </a:bodyPr>
          <a:lstStyle/>
          <a:p>
            <a:r>
              <a:rPr lang="en-US" sz="2800" dirty="0"/>
              <a:t>specific types of jobs like "Doctor," "Engineer," </a:t>
            </a:r>
            <a:br>
              <a:rPr lang="en-US" sz="2800" dirty="0"/>
            </a:br>
            <a:r>
              <a:rPr lang="en-US" sz="2800" dirty="0"/>
              <a:t>and "Teacher”: share common characteristics, </a:t>
            </a:r>
            <a:br>
              <a:rPr lang="en-US" sz="2800" dirty="0"/>
            </a:br>
            <a:r>
              <a:rPr lang="en-US" sz="2800" dirty="0"/>
              <a:t>like working hours, qualifications, and salaries.</a:t>
            </a:r>
          </a:p>
        </p:txBody>
      </p:sp>
      <p:sp>
        <p:nvSpPr>
          <p:cNvPr id="3" name="Content Placeholder 2">
            <a:extLst>
              <a:ext uri="{FF2B5EF4-FFF2-40B4-BE49-F238E27FC236}">
                <a16:creationId xmlns:a16="http://schemas.microsoft.com/office/drawing/2014/main" id="{95C981AE-C985-5148-DF91-5410B9EDE82D}"/>
              </a:ext>
            </a:extLst>
          </p:cNvPr>
          <p:cNvSpPr>
            <a:spLocks noGrp="1"/>
          </p:cNvSpPr>
          <p:nvPr>
            <p:ph idx="1"/>
          </p:nvPr>
        </p:nvSpPr>
        <p:spPr/>
        <p:txBody>
          <a:bodyPr>
            <a:normAutofit/>
          </a:bodyPr>
          <a:lstStyle/>
          <a:p>
            <a:r>
              <a:rPr lang="en-US" sz="2400" dirty="0"/>
              <a:t>Subclasses: Doctor, Engineer, Teacher</a:t>
            </a:r>
          </a:p>
          <a:p>
            <a:r>
              <a:rPr lang="en-US" sz="2400" dirty="0"/>
              <a:t>Superclass: Professionals</a:t>
            </a:r>
          </a:p>
          <a:p>
            <a:pPr marL="0" indent="0">
              <a:buNone/>
            </a:pPr>
            <a:r>
              <a:rPr lang="en-US" dirty="0"/>
              <a:t>In </a:t>
            </a:r>
            <a:r>
              <a:rPr lang="en-US" dirty="0">
                <a:solidFill>
                  <a:srgbClr val="FF0000"/>
                </a:solidFill>
              </a:rPr>
              <a:t>generalization</a:t>
            </a:r>
            <a:r>
              <a:rPr lang="en-US" dirty="0"/>
              <a:t>, grouping different entities together based on what they have in common to create a broader category (</a:t>
            </a:r>
            <a:r>
              <a:rPr lang="en-US" dirty="0">
                <a:solidFill>
                  <a:srgbClr val="FF0000"/>
                </a:solidFill>
              </a:rPr>
              <a:t>minimize difference</a:t>
            </a:r>
            <a:r>
              <a:rPr lang="en-US" dirty="0"/>
              <a:t>).</a:t>
            </a:r>
          </a:p>
        </p:txBody>
      </p:sp>
      <p:sp>
        <p:nvSpPr>
          <p:cNvPr id="4" name="Slide Number Placeholder 3">
            <a:extLst>
              <a:ext uri="{FF2B5EF4-FFF2-40B4-BE49-F238E27FC236}">
                <a16:creationId xmlns:a16="http://schemas.microsoft.com/office/drawing/2014/main" id="{CC7D291F-2701-75ED-3FF2-29F32B273440}"/>
              </a:ext>
            </a:extLst>
          </p:cNvPr>
          <p:cNvSpPr>
            <a:spLocks noGrp="1"/>
          </p:cNvSpPr>
          <p:nvPr>
            <p:ph type="sldNum" sz="quarter" idx="12"/>
          </p:nvPr>
        </p:nvSpPr>
        <p:spPr/>
        <p:txBody>
          <a:bodyPr/>
          <a:lstStyle/>
          <a:p>
            <a:fld id="{B5912E74-8957-4046-8937-1199D0665174}" type="slidenum">
              <a:rPr lang="en-US" smtClean="0"/>
              <a:t>6</a:t>
            </a:fld>
            <a:endParaRPr lang="en-US"/>
          </a:p>
        </p:txBody>
      </p:sp>
      <p:grpSp>
        <p:nvGrpSpPr>
          <p:cNvPr id="9" name="Group 8">
            <a:extLst>
              <a:ext uri="{FF2B5EF4-FFF2-40B4-BE49-F238E27FC236}">
                <a16:creationId xmlns:a16="http://schemas.microsoft.com/office/drawing/2014/main" id="{8F61DF1B-83CC-C745-6B39-51928F064C64}"/>
              </a:ext>
            </a:extLst>
          </p:cNvPr>
          <p:cNvGrpSpPr/>
          <p:nvPr/>
        </p:nvGrpSpPr>
        <p:grpSpPr>
          <a:xfrm>
            <a:off x="5258700" y="2038294"/>
            <a:ext cx="693360" cy="558000"/>
            <a:chOff x="5258700" y="2038294"/>
            <a:chExt cx="693360" cy="558000"/>
          </a:xfrm>
        </p:grpSpPr>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09C03359-C2D0-1FE5-9EF7-C9E15B33165D}"/>
                    </a:ext>
                  </a:extLst>
                </p14:cNvPr>
                <p14:cNvContentPartPr/>
                <p14:nvPr/>
              </p14:nvContentPartPr>
              <p14:xfrm>
                <a:off x="5289660" y="2038294"/>
                <a:ext cx="662400" cy="558000"/>
              </p14:xfrm>
            </p:contentPart>
          </mc:Choice>
          <mc:Fallback xmlns="">
            <p:pic>
              <p:nvPicPr>
                <p:cNvPr id="6" name="Ink 5">
                  <a:extLst>
                    <a:ext uri="{FF2B5EF4-FFF2-40B4-BE49-F238E27FC236}">
                      <a16:creationId xmlns:a16="http://schemas.microsoft.com/office/drawing/2014/main" id="{09C03359-C2D0-1FE5-9EF7-C9E15B33165D}"/>
                    </a:ext>
                  </a:extLst>
                </p:cNvPr>
                <p:cNvPicPr/>
                <p:nvPr/>
              </p:nvPicPr>
              <p:blipFill>
                <a:blip r:embed="rId3"/>
                <a:stretch>
                  <a:fillRect/>
                </a:stretch>
              </p:blipFill>
              <p:spPr>
                <a:xfrm>
                  <a:off x="5280660" y="2029294"/>
                  <a:ext cx="680040" cy="575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F675AF20-18D9-551F-8DF7-AED8C4627116}"/>
                    </a:ext>
                  </a:extLst>
                </p14:cNvPr>
                <p14:cNvContentPartPr/>
                <p14:nvPr/>
              </p14:nvContentPartPr>
              <p14:xfrm>
                <a:off x="5258700" y="2439334"/>
                <a:ext cx="486360" cy="150840"/>
              </p14:xfrm>
            </p:contentPart>
          </mc:Choice>
          <mc:Fallback xmlns="">
            <p:pic>
              <p:nvPicPr>
                <p:cNvPr id="7" name="Ink 6">
                  <a:extLst>
                    <a:ext uri="{FF2B5EF4-FFF2-40B4-BE49-F238E27FC236}">
                      <a16:creationId xmlns:a16="http://schemas.microsoft.com/office/drawing/2014/main" id="{F675AF20-18D9-551F-8DF7-AED8C4627116}"/>
                    </a:ext>
                  </a:extLst>
                </p:cNvPr>
                <p:cNvPicPr/>
                <p:nvPr/>
              </p:nvPicPr>
              <p:blipFill>
                <a:blip r:embed="rId5"/>
                <a:stretch>
                  <a:fillRect/>
                </a:stretch>
              </p:blipFill>
              <p:spPr>
                <a:xfrm>
                  <a:off x="5249700" y="2430334"/>
                  <a:ext cx="504000" cy="168480"/>
                </a:xfrm>
                <a:prstGeom prst="rect">
                  <a:avLst/>
                </a:prstGeom>
              </p:spPr>
            </p:pic>
          </mc:Fallback>
        </mc:AlternateContent>
      </p:grpSp>
    </p:spTree>
    <p:extLst>
      <p:ext uri="{BB962C8B-B14F-4D97-AF65-F5344CB8AC3E}">
        <p14:creationId xmlns:p14="http://schemas.microsoft.com/office/powerpoint/2010/main" val="2568140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D0649-A855-6A47-D30B-8308117511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508D49-63F1-B9DB-C328-89C07C57996E}"/>
              </a:ext>
            </a:extLst>
          </p:cNvPr>
          <p:cNvSpPr>
            <a:spLocks noGrp="1"/>
          </p:cNvSpPr>
          <p:nvPr>
            <p:ph type="title"/>
          </p:nvPr>
        </p:nvSpPr>
        <p:spPr/>
        <p:txBody>
          <a:bodyPr>
            <a:noAutofit/>
          </a:bodyPr>
          <a:lstStyle/>
          <a:p>
            <a:r>
              <a:rPr lang="en-US" sz="2800" dirty="0"/>
              <a:t>Generalization vs Specialization</a:t>
            </a:r>
          </a:p>
        </p:txBody>
      </p:sp>
      <p:sp>
        <p:nvSpPr>
          <p:cNvPr id="3" name="Content Placeholder 2">
            <a:extLst>
              <a:ext uri="{FF2B5EF4-FFF2-40B4-BE49-F238E27FC236}">
                <a16:creationId xmlns:a16="http://schemas.microsoft.com/office/drawing/2014/main" id="{A1F0946E-0352-AD2E-F3C4-E2280EF6519E}"/>
              </a:ext>
            </a:extLst>
          </p:cNvPr>
          <p:cNvSpPr>
            <a:spLocks noGrp="1"/>
          </p:cNvSpPr>
          <p:nvPr>
            <p:ph idx="1"/>
          </p:nvPr>
        </p:nvSpPr>
        <p:spPr/>
        <p:txBody>
          <a:bodyPr>
            <a:normAutofit/>
          </a:bodyPr>
          <a:lstStyle/>
          <a:p>
            <a:r>
              <a:rPr lang="en-US" sz="2400" dirty="0"/>
              <a:t>Generalization: specific animals like Dogs, Cats, and Horses, and group them under a single category: Mammals (common traits: warm-blooded, have hair, give live birth).</a:t>
            </a:r>
          </a:p>
          <a:p>
            <a:r>
              <a:rPr lang="en-US" sz="2400" dirty="0"/>
              <a:t>Specialization: Within Mammals, you distinguish differences:</a:t>
            </a:r>
          </a:p>
          <a:p>
            <a:pPr lvl="1"/>
            <a:r>
              <a:rPr lang="en-US" dirty="0"/>
              <a:t>Dogs: Domesticated, known for loyalty.</a:t>
            </a:r>
          </a:p>
          <a:p>
            <a:pPr lvl="1"/>
            <a:r>
              <a:rPr lang="en-US" dirty="0"/>
              <a:t>Cats: Domesticated, known for independence.</a:t>
            </a:r>
          </a:p>
          <a:p>
            <a:pPr lvl="1"/>
            <a:r>
              <a:rPr lang="en-US" dirty="0"/>
              <a:t>Horses: Larger, used for transport or racing.</a:t>
            </a:r>
          </a:p>
        </p:txBody>
      </p:sp>
      <p:sp>
        <p:nvSpPr>
          <p:cNvPr id="4" name="Slide Number Placeholder 3">
            <a:extLst>
              <a:ext uri="{FF2B5EF4-FFF2-40B4-BE49-F238E27FC236}">
                <a16:creationId xmlns:a16="http://schemas.microsoft.com/office/drawing/2014/main" id="{87972627-8A13-37CF-86B0-8C976D47341C}"/>
              </a:ext>
            </a:extLst>
          </p:cNvPr>
          <p:cNvSpPr>
            <a:spLocks noGrp="1"/>
          </p:cNvSpPr>
          <p:nvPr>
            <p:ph type="sldNum" sz="quarter" idx="12"/>
          </p:nvPr>
        </p:nvSpPr>
        <p:spPr/>
        <p:txBody>
          <a:bodyPr/>
          <a:lstStyle/>
          <a:p>
            <a:fld id="{B5912E74-8957-4046-8937-1199D0665174}" type="slidenum">
              <a:rPr lang="en-US" smtClean="0"/>
              <a:t>7</a:t>
            </a:fld>
            <a:endParaRPr lang="en-US"/>
          </a:p>
        </p:txBody>
      </p:sp>
    </p:spTree>
    <p:extLst>
      <p:ext uri="{BB962C8B-B14F-4D97-AF65-F5344CB8AC3E}">
        <p14:creationId xmlns:p14="http://schemas.microsoft.com/office/powerpoint/2010/main" val="3530305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Specialization / Generalization</a:t>
            </a:r>
            <a:endParaRPr lang="en-US" dirty="0">
              <a:uFillTx/>
            </a:endParaRPr>
          </a:p>
        </p:txBody>
      </p:sp>
      <p:sp>
        <p:nvSpPr>
          <p:cNvPr id="3" name="Content Placeholder 2"/>
          <p:cNvSpPr>
            <a:spLocks noGrp="1"/>
          </p:cNvSpPr>
          <p:nvPr>
            <p:ph idx="1"/>
          </p:nvPr>
        </p:nvSpPr>
        <p:spPr/>
        <p:txBody>
          <a:bodyPr/>
          <a:lstStyle/>
          <a:p>
            <a:r>
              <a:rPr lang="en-US" b="1" dirty="0">
                <a:solidFill>
                  <a:srgbClr val="0070C0"/>
                </a:solidFill>
                <a:uFillTx/>
              </a:rPr>
              <a:t>Superclass</a:t>
            </a:r>
          </a:p>
          <a:p>
            <a:pPr lvl="1"/>
            <a:r>
              <a:rPr lang="en-US" dirty="0">
                <a:uFillTx/>
              </a:rPr>
              <a:t>An entity type that includes </a:t>
            </a:r>
            <a:r>
              <a:rPr lang="en-US" dirty="0">
                <a:solidFill>
                  <a:srgbClr val="FF0000"/>
                </a:solidFill>
                <a:uFillTx/>
              </a:rPr>
              <a:t>one or more</a:t>
            </a:r>
            <a:r>
              <a:rPr lang="en-US" dirty="0">
                <a:uFillTx/>
              </a:rPr>
              <a:t> distinct subgroupings of its occurrences, which must be represented in a data model.</a:t>
            </a:r>
          </a:p>
          <a:p>
            <a:r>
              <a:rPr lang="en-US" b="1" dirty="0">
                <a:solidFill>
                  <a:srgbClr val="0070C0"/>
                </a:solidFill>
                <a:uFillTx/>
              </a:rPr>
              <a:t>Subclass</a:t>
            </a:r>
          </a:p>
          <a:p>
            <a:pPr lvl="1"/>
            <a:r>
              <a:rPr lang="en-US" dirty="0">
                <a:uFillTx/>
              </a:rPr>
              <a:t>A distinct subgrouping of occurrences of an entity type, which must be represented in a data model.</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8</a:t>
            </a:fld>
            <a:endParaRPr lang="en-US" dirty="0">
              <a:uFillTx/>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Specialization / Generalization</a:t>
            </a:r>
            <a:endParaRPr lang="en-US" dirty="0">
              <a:uFillTx/>
            </a:endParaRPr>
          </a:p>
        </p:txBody>
      </p:sp>
      <p:sp>
        <p:nvSpPr>
          <p:cNvPr id="3" name="Content Placeholder 2"/>
          <p:cNvSpPr>
            <a:spLocks noGrp="1"/>
          </p:cNvSpPr>
          <p:nvPr>
            <p:ph idx="1"/>
          </p:nvPr>
        </p:nvSpPr>
        <p:spPr/>
        <p:txBody>
          <a:bodyPr/>
          <a:lstStyle/>
          <a:p>
            <a:r>
              <a:rPr lang="en-US" dirty="0">
                <a:uFillTx/>
              </a:rPr>
              <a:t>Superclass-subclass relationship is </a:t>
            </a:r>
            <a:r>
              <a:rPr lang="en-US" b="1" dirty="0">
                <a:solidFill>
                  <a:srgbClr val="0070C0"/>
                </a:solidFill>
                <a:uFillTx/>
              </a:rPr>
              <a:t>one-to-one</a:t>
            </a:r>
            <a:r>
              <a:rPr lang="en-US" dirty="0">
                <a:uFillTx/>
              </a:rPr>
              <a:t> (1:1). </a:t>
            </a:r>
          </a:p>
          <a:p>
            <a:r>
              <a:rPr lang="en-US" dirty="0">
                <a:uFillTx/>
              </a:rPr>
              <a:t>Superclass may contain overlapping or distinct subclasses. </a:t>
            </a:r>
          </a:p>
          <a:p>
            <a:r>
              <a:rPr lang="en-US" dirty="0">
                <a:uFillTx/>
              </a:rPr>
              <a:t>Not all members of a superclass need be a member of a subclass.</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9</a:t>
            </a:fld>
            <a:endParaRPr lang="en-US" dirty="0">
              <a:uFillTx/>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Specialization / Generalization</a:t>
            </a:r>
            <a:endParaRPr lang="en-US" dirty="0">
              <a:uFillTx/>
            </a:endParaRPr>
          </a:p>
        </p:txBody>
      </p:sp>
      <p:sp>
        <p:nvSpPr>
          <p:cNvPr id="3" name="Content Placeholder 2"/>
          <p:cNvSpPr>
            <a:spLocks noGrp="1"/>
          </p:cNvSpPr>
          <p:nvPr>
            <p:ph idx="1"/>
          </p:nvPr>
        </p:nvSpPr>
        <p:spPr/>
        <p:txBody>
          <a:bodyPr>
            <a:normAutofit lnSpcReduction="10000"/>
          </a:bodyPr>
          <a:lstStyle/>
          <a:p>
            <a:r>
              <a:rPr lang="en-US" b="1" dirty="0">
                <a:solidFill>
                  <a:srgbClr val="0070C0"/>
                </a:solidFill>
                <a:uFillTx/>
              </a:rPr>
              <a:t>Attribute Inheritance</a:t>
            </a:r>
          </a:p>
          <a:p>
            <a:pPr lvl="1"/>
            <a:r>
              <a:rPr lang="en-US" dirty="0">
                <a:uFillTx/>
              </a:rPr>
              <a:t>An entity in a subclass represents same ‘real world’ object as in superclass, and may possess subclass-specific attributes, as well as those associated with the superclass.</a:t>
            </a:r>
          </a:p>
          <a:p>
            <a:r>
              <a:rPr lang="en-US" b="1" dirty="0">
                <a:solidFill>
                  <a:srgbClr val="0070C0"/>
                </a:solidFill>
                <a:highlight>
                  <a:srgbClr val="FFFF00"/>
                </a:highlight>
                <a:uFillTx/>
              </a:rPr>
              <a:t>Specialization</a:t>
            </a:r>
            <a:r>
              <a:rPr lang="en-US" dirty="0">
                <a:highlight>
                  <a:srgbClr val="FFFF00"/>
                </a:highlight>
                <a:uFillTx/>
              </a:rPr>
              <a:t> </a:t>
            </a:r>
          </a:p>
          <a:p>
            <a:pPr lvl="1"/>
            <a:r>
              <a:rPr lang="en-US" dirty="0">
                <a:highlight>
                  <a:srgbClr val="FFFF00"/>
                </a:highlight>
                <a:uFillTx/>
              </a:rPr>
              <a:t>Process of </a:t>
            </a:r>
            <a:r>
              <a:rPr lang="en-US" dirty="0">
                <a:solidFill>
                  <a:srgbClr val="FF0000"/>
                </a:solidFill>
                <a:highlight>
                  <a:srgbClr val="FFFF00"/>
                </a:highlight>
                <a:uFillTx/>
              </a:rPr>
              <a:t>maximizing differences </a:t>
            </a:r>
            <a:r>
              <a:rPr lang="en-US" dirty="0">
                <a:highlight>
                  <a:srgbClr val="FFFF00"/>
                </a:highlight>
                <a:uFillTx/>
              </a:rPr>
              <a:t>between members of an entity by identifying their distinguishing characteristics. </a:t>
            </a:r>
          </a:p>
          <a:p>
            <a:r>
              <a:rPr lang="en-US" b="1" dirty="0">
                <a:solidFill>
                  <a:srgbClr val="0070C0"/>
                </a:solidFill>
                <a:highlight>
                  <a:srgbClr val="FFFF00"/>
                </a:highlight>
                <a:uFillTx/>
              </a:rPr>
              <a:t>Generalization</a:t>
            </a:r>
          </a:p>
          <a:p>
            <a:pPr lvl="1"/>
            <a:r>
              <a:rPr lang="en-US" dirty="0">
                <a:highlight>
                  <a:srgbClr val="FFFF00"/>
                </a:highlight>
                <a:uFillTx/>
              </a:rPr>
              <a:t>Process of </a:t>
            </a:r>
            <a:r>
              <a:rPr lang="en-US" dirty="0">
                <a:solidFill>
                  <a:srgbClr val="FF0000"/>
                </a:solidFill>
                <a:highlight>
                  <a:srgbClr val="FFFF00"/>
                </a:highlight>
                <a:uFillTx/>
              </a:rPr>
              <a:t>minimizing differences </a:t>
            </a:r>
            <a:r>
              <a:rPr lang="en-US" dirty="0">
                <a:highlight>
                  <a:srgbClr val="FFFF00"/>
                </a:highlight>
                <a:uFillTx/>
              </a:rPr>
              <a:t>between entities by identifying their common characteristics.</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10</a:t>
            </a:fld>
            <a:endParaRPr lang="en-US" dirty="0">
              <a:uFillTx/>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Example: </a:t>
            </a:r>
            <a:r>
              <a:rPr lang="en-US" dirty="0" err="1">
                <a:uFillTx/>
              </a:rPr>
              <a:t>AllStaff</a:t>
            </a:r>
            <a:r>
              <a:rPr lang="en-US" dirty="0">
                <a:uFillTx/>
              </a:rPr>
              <a:t> relation holding details of all staff</a:t>
            </a:r>
          </a:p>
        </p:txBody>
      </p:sp>
      <p:pic>
        <p:nvPicPr>
          <p:cNvPr id="7" name="Content Placeholder 6"/>
          <p:cNvPicPr>
            <a:picLocks noGrp="1" noChangeAspect="1"/>
          </p:cNvPicPr>
          <p:nvPr>
            <p:ph idx="1"/>
          </p:nvPr>
        </p:nvPicPr>
        <p:blipFill>
          <a:blip r:embed="rId2"/>
          <a:stretch>
            <a:fillRect/>
          </a:stretch>
        </p:blipFill>
        <p:spPr>
          <a:xfrm>
            <a:off x="244687" y="1518835"/>
            <a:ext cx="8661433" cy="4893348"/>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11</a:t>
            </a:fld>
            <a:endParaRPr lang="en-US" dirty="0">
              <a:uFillTx/>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uFillTx/>
              </a:rPr>
              <a:t>Specialization/generalization of Staff into subclasses representing job roles</a:t>
            </a:r>
          </a:p>
        </p:txBody>
      </p:sp>
      <p:pic>
        <p:nvPicPr>
          <p:cNvPr id="7" name="Content Placeholder 6"/>
          <p:cNvPicPr>
            <a:picLocks noGrp="1" noChangeAspect="1"/>
          </p:cNvPicPr>
          <p:nvPr>
            <p:ph idx="1"/>
          </p:nvPr>
        </p:nvPicPr>
        <p:blipFill>
          <a:blip r:embed="rId2"/>
          <a:stretch>
            <a:fillRect/>
          </a:stretch>
        </p:blipFill>
        <p:spPr>
          <a:xfrm>
            <a:off x="1065286" y="1646238"/>
            <a:ext cx="7013427"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12</a:t>
            </a:fld>
            <a:endParaRPr lang="en-US" dirty="0">
              <a:uFillTx/>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06350CFC-0896-256F-92BA-298270CFF468}"/>
                  </a:ext>
                </a:extLst>
              </p14:cNvPr>
              <p14:cNvContentPartPr/>
              <p14:nvPr/>
            </p14:nvContentPartPr>
            <p14:xfrm>
              <a:off x="3189060" y="3727414"/>
              <a:ext cx="744840" cy="18360"/>
            </p14:xfrm>
          </p:contentPart>
        </mc:Choice>
        <mc:Fallback xmlns="">
          <p:pic>
            <p:nvPicPr>
              <p:cNvPr id="3" name="Ink 2">
                <a:extLst>
                  <a:ext uri="{FF2B5EF4-FFF2-40B4-BE49-F238E27FC236}">
                    <a16:creationId xmlns:a16="http://schemas.microsoft.com/office/drawing/2014/main" id="{06350CFC-0896-256F-92BA-298270CFF468}"/>
                  </a:ext>
                </a:extLst>
              </p:cNvPr>
              <p:cNvPicPr/>
              <p:nvPr/>
            </p:nvPicPr>
            <p:blipFill>
              <a:blip r:embed="rId4"/>
              <a:stretch>
                <a:fillRect/>
              </a:stretch>
            </p:blipFill>
            <p:spPr>
              <a:xfrm>
                <a:off x="3135060" y="3619774"/>
                <a:ext cx="852480" cy="234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E157E56D-887D-4A95-2E91-054F9B2DBD8C}"/>
                  </a:ext>
                </a:extLst>
              </p14:cNvPr>
              <p14:cNvContentPartPr/>
              <p14:nvPr/>
            </p14:nvContentPartPr>
            <p14:xfrm>
              <a:off x="4665060" y="3047734"/>
              <a:ext cx="189360" cy="52200"/>
            </p14:xfrm>
          </p:contentPart>
        </mc:Choice>
        <mc:Fallback xmlns="">
          <p:pic>
            <p:nvPicPr>
              <p:cNvPr id="4" name="Ink 3">
                <a:extLst>
                  <a:ext uri="{FF2B5EF4-FFF2-40B4-BE49-F238E27FC236}">
                    <a16:creationId xmlns:a16="http://schemas.microsoft.com/office/drawing/2014/main" id="{E157E56D-887D-4A95-2E91-054F9B2DBD8C}"/>
                  </a:ext>
                </a:extLst>
              </p:cNvPr>
              <p:cNvPicPr/>
              <p:nvPr/>
            </p:nvPicPr>
            <p:blipFill>
              <a:blip r:embed="rId6"/>
              <a:stretch>
                <a:fillRect/>
              </a:stretch>
            </p:blipFill>
            <p:spPr>
              <a:xfrm>
                <a:off x="4611420" y="2940094"/>
                <a:ext cx="297000" cy="26784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uFillTx/>
              </a:rPr>
              <a:t>Specialization/generalization of Staff into job roles and contracts of employment </a:t>
            </a:r>
          </a:p>
        </p:txBody>
      </p:sp>
      <p:pic>
        <p:nvPicPr>
          <p:cNvPr id="7" name="Content Placeholder 6"/>
          <p:cNvPicPr>
            <a:picLocks noGrp="1" noChangeAspect="1"/>
          </p:cNvPicPr>
          <p:nvPr>
            <p:ph idx="1"/>
          </p:nvPr>
        </p:nvPicPr>
        <p:blipFill>
          <a:blip r:embed="rId2"/>
          <a:stretch>
            <a:fillRect/>
          </a:stretch>
        </p:blipFill>
        <p:spPr>
          <a:xfrm>
            <a:off x="723363" y="1739597"/>
            <a:ext cx="7697274" cy="4344006"/>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13</a:t>
            </a:fld>
            <a:endParaRPr lang="en-US" dirty="0">
              <a:uFillTx/>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EER diagram with shared subclass and subclass with its own subclass</a:t>
            </a:r>
          </a:p>
        </p:txBody>
      </p:sp>
      <p:pic>
        <p:nvPicPr>
          <p:cNvPr id="7" name="Content Placeholder 6"/>
          <p:cNvPicPr>
            <a:picLocks noGrp="1" noChangeAspect="1"/>
          </p:cNvPicPr>
          <p:nvPr>
            <p:ph idx="1"/>
          </p:nvPr>
        </p:nvPicPr>
        <p:blipFill>
          <a:blip r:embed="rId3"/>
          <a:stretch>
            <a:fillRect/>
          </a:stretch>
        </p:blipFill>
        <p:spPr>
          <a:xfrm>
            <a:off x="1484805" y="1646238"/>
            <a:ext cx="6174390"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14</a:t>
            </a:fld>
            <a:endParaRPr lang="en-US" dirty="0">
              <a:uFillTx/>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3" name="Content Placeholder 2"/>
          <p:cNvSpPr>
            <a:spLocks noGrp="1"/>
          </p:cNvSpPr>
          <p:nvPr>
            <p:ph idx="1"/>
          </p:nvPr>
        </p:nvSpPr>
        <p:spPr/>
        <p:txBody>
          <a:bodyPr>
            <a:normAutofit lnSpcReduction="10000"/>
          </a:bodyPr>
          <a:lstStyle/>
          <a:p>
            <a:r>
              <a:rPr lang="en-US" dirty="0">
                <a:uFillTx/>
              </a:rPr>
              <a:t>Two constraints that may apply to a specialization/ generalization: </a:t>
            </a:r>
          </a:p>
          <a:p>
            <a:pPr lvl="1"/>
            <a:r>
              <a:rPr lang="en-US" dirty="0">
                <a:uFillTx/>
              </a:rPr>
              <a:t>participation constraints  </a:t>
            </a:r>
          </a:p>
          <a:p>
            <a:pPr lvl="1"/>
            <a:r>
              <a:rPr lang="en-US" dirty="0">
                <a:uFillTx/>
              </a:rPr>
              <a:t>disjoint constraints. </a:t>
            </a:r>
          </a:p>
          <a:p>
            <a:r>
              <a:rPr lang="en-US" b="1" dirty="0">
                <a:solidFill>
                  <a:srgbClr val="0070C0"/>
                </a:solidFill>
                <a:uFillTx/>
              </a:rPr>
              <a:t>Participation constraint</a:t>
            </a:r>
          </a:p>
          <a:p>
            <a:pPr lvl="1"/>
            <a:r>
              <a:rPr lang="en-US" dirty="0">
                <a:uFillTx/>
              </a:rPr>
              <a:t>Determines whether every member in superclass must participate as a member of a subclass. </a:t>
            </a:r>
          </a:p>
          <a:p>
            <a:pPr lvl="1"/>
            <a:r>
              <a:rPr lang="en-US" dirty="0">
                <a:uFillTx/>
              </a:rPr>
              <a:t>May be </a:t>
            </a:r>
            <a:r>
              <a:rPr lang="en-US" u="sng" dirty="0">
                <a:uFillTx/>
              </a:rPr>
              <a:t>mandatory</a:t>
            </a:r>
            <a:r>
              <a:rPr lang="en-US" dirty="0">
                <a:uFillTx/>
              </a:rPr>
              <a:t> or </a:t>
            </a:r>
            <a:r>
              <a:rPr lang="en-US" u="sng" dirty="0">
                <a:uFillTx/>
              </a:rPr>
              <a:t>optional</a:t>
            </a:r>
            <a:r>
              <a:rPr lang="en-US" dirty="0">
                <a:uFillTx/>
              </a:rPr>
              <a:t>. </a:t>
            </a:r>
          </a:p>
          <a:p>
            <a:pPr lvl="1"/>
            <a:r>
              <a:rPr lang="en-US" b="1" dirty="0">
                <a:solidFill>
                  <a:srgbClr val="C00000"/>
                </a:solidFill>
                <a:uFillTx/>
              </a:rPr>
              <a:t>Mandatory</a:t>
            </a:r>
            <a:r>
              <a:rPr lang="en-US" dirty="0">
                <a:uFillTx/>
              </a:rPr>
              <a:t>: Every member of superclass </a:t>
            </a:r>
            <a:r>
              <a:rPr lang="en-US" dirty="0">
                <a:solidFill>
                  <a:srgbClr val="FF0000"/>
                </a:solidFill>
                <a:highlight>
                  <a:srgbClr val="FFFF00"/>
                </a:highlight>
                <a:uFillTx/>
              </a:rPr>
              <a:t>must be </a:t>
            </a:r>
            <a:r>
              <a:rPr lang="en-US" dirty="0">
                <a:uFillTx/>
              </a:rPr>
              <a:t>a member of a subclass</a:t>
            </a:r>
          </a:p>
          <a:p>
            <a:pPr lvl="1"/>
            <a:r>
              <a:rPr lang="en-US" b="1" dirty="0">
                <a:solidFill>
                  <a:srgbClr val="C00000"/>
                </a:solidFill>
                <a:uFillTx/>
              </a:rPr>
              <a:t>Optional</a:t>
            </a:r>
            <a:r>
              <a:rPr lang="en-US" dirty="0">
                <a:uFillTx/>
              </a:rPr>
              <a:t>: Every member of superclass </a:t>
            </a:r>
            <a:r>
              <a:rPr lang="en-US" dirty="0">
                <a:solidFill>
                  <a:srgbClr val="FF0000"/>
                </a:solidFill>
                <a:highlight>
                  <a:srgbClr val="FFFF00"/>
                </a:highlight>
                <a:uFillTx/>
              </a:rPr>
              <a:t>need not belong </a:t>
            </a:r>
            <a:r>
              <a:rPr lang="en-US" dirty="0">
                <a:uFillTx/>
              </a:rPr>
              <a:t>to any of its subclasses</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15</a:t>
            </a:fld>
            <a:endParaRPr lang="en-US" dirty="0">
              <a:uFillTx/>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3" name="Content Placeholder 2"/>
          <p:cNvSpPr>
            <a:spLocks noGrp="1"/>
          </p:cNvSpPr>
          <p:nvPr>
            <p:ph idx="1"/>
          </p:nvPr>
        </p:nvSpPr>
        <p:spPr/>
        <p:txBody>
          <a:bodyPr/>
          <a:lstStyle/>
          <a:p>
            <a:r>
              <a:rPr lang="en-US" b="1" dirty="0">
                <a:solidFill>
                  <a:srgbClr val="0070C0"/>
                </a:solidFill>
                <a:uFillTx/>
              </a:rPr>
              <a:t>Disjoint constraint </a:t>
            </a:r>
          </a:p>
          <a:p>
            <a:pPr lvl="1"/>
            <a:r>
              <a:rPr lang="en-US" dirty="0">
                <a:uFillTx/>
              </a:rPr>
              <a:t>Describes relationship between members of the subclasses and indicates whether member of a superclass can be a member of one, or more than one, subclass. </a:t>
            </a:r>
          </a:p>
          <a:p>
            <a:pPr lvl="1"/>
            <a:r>
              <a:rPr lang="en-US" dirty="0">
                <a:uFillTx/>
              </a:rPr>
              <a:t>May be </a:t>
            </a:r>
            <a:r>
              <a:rPr lang="en-US" u="sng" dirty="0">
                <a:highlight>
                  <a:srgbClr val="FFFF00"/>
                </a:highlight>
                <a:uFillTx/>
              </a:rPr>
              <a:t>disjoint</a:t>
            </a:r>
            <a:r>
              <a:rPr lang="en-US" dirty="0">
                <a:highlight>
                  <a:srgbClr val="FFFF00"/>
                </a:highlight>
                <a:uFillTx/>
              </a:rPr>
              <a:t> (OR) </a:t>
            </a:r>
            <a:r>
              <a:rPr lang="en-US" dirty="0">
                <a:uFillTx/>
              </a:rPr>
              <a:t>or </a:t>
            </a:r>
            <a:r>
              <a:rPr lang="en-US" u="sng" dirty="0">
                <a:highlight>
                  <a:srgbClr val="FFFF00"/>
                </a:highlight>
                <a:uFillTx/>
              </a:rPr>
              <a:t>non-disjoint</a:t>
            </a:r>
            <a:r>
              <a:rPr lang="en-US" dirty="0">
                <a:highlight>
                  <a:srgbClr val="FFFF00"/>
                </a:highlight>
                <a:uFillTx/>
              </a:rPr>
              <a:t> (AND)</a:t>
            </a:r>
          </a:p>
          <a:p>
            <a:pPr lvl="1"/>
            <a:r>
              <a:rPr lang="en-US" b="1" dirty="0">
                <a:solidFill>
                  <a:srgbClr val="C00000"/>
                </a:solidFill>
                <a:uFillTx/>
              </a:rPr>
              <a:t>Disjoint</a:t>
            </a:r>
            <a:r>
              <a:rPr lang="en-US" dirty="0">
                <a:uFillTx/>
              </a:rPr>
              <a:t>: An entity occurrence can be a member of </a:t>
            </a:r>
            <a:r>
              <a:rPr lang="en-US" dirty="0">
                <a:highlight>
                  <a:srgbClr val="FFFF00"/>
                </a:highlight>
                <a:uFillTx/>
              </a:rPr>
              <a:t>only one</a:t>
            </a:r>
            <a:r>
              <a:rPr lang="en-US" dirty="0">
                <a:uFillTx/>
              </a:rPr>
              <a:t> of the subclass</a:t>
            </a:r>
          </a:p>
          <a:p>
            <a:pPr lvl="1"/>
            <a:r>
              <a:rPr lang="en-US" b="1" dirty="0">
                <a:solidFill>
                  <a:srgbClr val="C00000"/>
                </a:solidFill>
                <a:uFillTx/>
              </a:rPr>
              <a:t>Non-disjoint</a:t>
            </a:r>
            <a:r>
              <a:rPr lang="en-US" dirty="0">
                <a:uFillTx/>
              </a:rPr>
              <a:t>: An entity occurrence can be a member of </a:t>
            </a:r>
            <a:r>
              <a:rPr lang="en-US" dirty="0">
                <a:highlight>
                  <a:srgbClr val="FFFF00"/>
                </a:highlight>
                <a:uFillTx/>
              </a:rPr>
              <a:t>more than </a:t>
            </a:r>
            <a:r>
              <a:rPr lang="en-US" dirty="0">
                <a:uFillTx/>
              </a:rPr>
              <a:t>a subclass</a:t>
            </a: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16</a:t>
            </a:fld>
            <a:endParaRPr lang="en-US" dirty="0">
              <a:uFillTx/>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3" name="Content Placeholder 2"/>
          <p:cNvSpPr>
            <a:spLocks noGrp="1"/>
          </p:cNvSpPr>
          <p:nvPr>
            <p:ph idx="1"/>
          </p:nvPr>
        </p:nvSpPr>
        <p:spPr/>
        <p:txBody>
          <a:bodyPr/>
          <a:lstStyle/>
          <a:p>
            <a:r>
              <a:rPr lang="en-US" dirty="0">
                <a:uFillTx/>
              </a:rPr>
              <a:t>There are four categories of constraints of specialization and generalization:</a:t>
            </a:r>
            <a:endParaRPr lang="en-US" sz="2400" dirty="0">
              <a:uFillTx/>
            </a:endParaRPr>
          </a:p>
          <a:p>
            <a:pPr lvl="1"/>
            <a:r>
              <a:rPr lang="en-US" b="1" dirty="0">
                <a:solidFill>
                  <a:srgbClr val="0070C0"/>
                </a:solidFill>
                <a:uFillTx/>
              </a:rPr>
              <a:t>mandatory and disjoint </a:t>
            </a:r>
            <a:r>
              <a:rPr lang="en-US" dirty="0">
                <a:uFillTx/>
              </a:rPr>
              <a:t>{mandatory, or}</a:t>
            </a:r>
          </a:p>
          <a:p>
            <a:pPr lvl="2" algn="just"/>
            <a:r>
              <a:rPr lang="en-GB" sz="2400" b="0" i="0" dirty="0">
                <a:effectLst/>
              </a:rPr>
              <a:t>E.g.</a:t>
            </a:r>
            <a:r>
              <a:rPr lang="en-GB" sz="2400" dirty="0"/>
              <a:t>: </a:t>
            </a:r>
            <a:r>
              <a:rPr lang="en-GB" sz="2400" b="0" i="0" dirty="0">
                <a:effectLst/>
              </a:rPr>
              <a:t>Any member of staff </a:t>
            </a:r>
            <a:r>
              <a:rPr lang="en-GB" sz="2400" b="0" i="0" dirty="0">
                <a:effectLst/>
                <a:highlight>
                  <a:srgbClr val="FFFF00"/>
                </a:highlight>
              </a:rPr>
              <a:t>must</a:t>
            </a:r>
            <a:r>
              <a:rPr lang="en-GB" sz="2400" b="0" i="0" dirty="0">
                <a:effectLst/>
              </a:rPr>
              <a:t> be attached to a department, but it is possible for a department to have </a:t>
            </a:r>
            <a:r>
              <a:rPr lang="en-GB" sz="2400" b="0" i="0" dirty="0">
                <a:effectLst/>
                <a:highlight>
                  <a:srgbClr val="FFFF00"/>
                </a:highlight>
              </a:rPr>
              <a:t>no</a:t>
            </a:r>
            <a:r>
              <a:rPr lang="en-GB" sz="2400" b="0" i="0" dirty="0">
                <a:effectLst/>
              </a:rPr>
              <a:t> staff allocated.</a:t>
            </a:r>
            <a:endParaRPr lang="en-US" sz="2400" dirty="0">
              <a:uFillTx/>
            </a:endParaRPr>
          </a:p>
          <a:p>
            <a:pPr lvl="1"/>
            <a:r>
              <a:rPr lang="en-US" b="1" dirty="0">
                <a:solidFill>
                  <a:srgbClr val="0070C0"/>
                </a:solidFill>
                <a:uFillTx/>
              </a:rPr>
              <a:t>optional and disjoint </a:t>
            </a:r>
            <a:r>
              <a:rPr lang="en-US" dirty="0">
                <a:uFillTx/>
              </a:rPr>
              <a:t>{optional, or}</a:t>
            </a:r>
          </a:p>
          <a:p>
            <a:pPr lvl="2" algn="just"/>
            <a:r>
              <a:rPr lang="en-GB" sz="2400" b="0" i="0" dirty="0">
                <a:effectLst/>
              </a:rPr>
              <a:t>E.g.</a:t>
            </a:r>
            <a:r>
              <a:rPr lang="en-GB" sz="2400" dirty="0"/>
              <a:t>: </a:t>
            </a:r>
            <a:r>
              <a:rPr lang="en-GB" sz="2400" b="0" i="0" dirty="0">
                <a:effectLst/>
              </a:rPr>
              <a:t>A member of staff </a:t>
            </a:r>
            <a:r>
              <a:rPr lang="en-GB" sz="2400" b="0" i="0" dirty="0">
                <a:effectLst/>
                <a:highlight>
                  <a:srgbClr val="FFFF00"/>
                </a:highlight>
              </a:rPr>
              <a:t>does not have </a:t>
            </a:r>
            <a:r>
              <a:rPr lang="en-GB" sz="2400" b="0" i="0" dirty="0">
                <a:effectLst/>
              </a:rPr>
              <a:t>to be placed in a department, but all departments </a:t>
            </a:r>
            <a:r>
              <a:rPr lang="en-GB" sz="2400" b="0" i="0" dirty="0">
                <a:effectLst/>
                <a:highlight>
                  <a:srgbClr val="FFFF00"/>
                </a:highlight>
              </a:rPr>
              <a:t>mus</a:t>
            </a:r>
            <a:r>
              <a:rPr lang="en-GB" sz="2400" b="0" i="0" dirty="0">
                <a:effectLst/>
              </a:rPr>
              <a:t>t have at least one member of staff.</a:t>
            </a:r>
            <a:endParaRPr lang="en-US" sz="2400" dirty="0">
              <a:uFillTx/>
            </a:endParaRPr>
          </a:p>
          <a:p>
            <a:pPr lvl="1"/>
            <a:endParaRPr lang="en-US" dirty="0">
              <a:uFillTx/>
            </a:endParaRP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17</a:t>
            </a:fld>
            <a:endParaRPr lang="en-US" dirty="0">
              <a:uFillTx/>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3" name="Content Placeholder 2"/>
          <p:cNvSpPr>
            <a:spLocks noGrp="1"/>
          </p:cNvSpPr>
          <p:nvPr>
            <p:ph idx="1"/>
          </p:nvPr>
        </p:nvSpPr>
        <p:spPr/>
        <p:txBody>
          <a:bodyPr>
            <a:normAutofit lnSpcReduction="10000"/>
          </a:bodyPr>
          <a:lstStyle/>
          <a:p>
            <a:r>
              <a:rPr lang="en-US" dirty="0">
                <a:uFillTx/>
              </a:rPr>
              <a:t>There are four categories of constraints of specialization and generalization:</a:t>
            </a:r>
          </a:p>
          <a:p>
            <a:pPr lvl="1"/>
            <a:r>
              <a:rPr lang="en-US" b="1" dirty="0">
                <a:solidFill>
                  <a:srgbClr val="0070C0"/>
                </a:solidFill>
                <a:uFillTx/>
              </a:rPr>
              <a:t>mandatory and non-disjoint </a:t>
            </a:r>
            <a:r>
              <a:rPr lang="en-US" dirty="0">
                <a:uFillTx/>
              </a:rPr>
              <a:t>{mandatory, and}</a:t>
            </a:r>
          </a:p>
          <a:p>
            <a:pPr lvl="2" algn="just"/>
            <a:r>
              <a:rPr lang="en-GB" sz="2400" b="0" i="0" dirty="0">
                <a:effectLst/>
              </a:rPr>
              <a:t>E.g.: A member of staff </a:t>
            </a:r>
            <a:r>
              <a:rPr lang="en-GB" sz="2400" b="0" i="0" dirty="0">
                <a:effectLst/>
                <a:highlight>
                  <a:srgbClr val="FFFF00"/>
                </a:highlight>
              </a:rPr>
              <a:t>must </a:t>
            </a:r>
            <a:r>
              <a:rPr lang="en-GB" sz="2400" b="0" i="0" dirty="0">
                <a:effectLst/>
              </a:rPr>
              <a:t>be assigned to a given department, and any department </a:t>
            </a:r>
            <a:r>
              <a:rPr lang="en-GB" sz="2400" b="0" i="0" dirty="0">
                <a:effectLst/>
                <a:highlight>
                  <a:srgbClr val="FFFF00"/>
                </a:highlight>
              </a:rPr>
              <a:t>must</a:t>
            </a:r>
            <a:r>
              <a:rPr lang="en-GB" sz="2400" b="0" i="0" dirty="0">
                <a:effectLst/>
              </a:rPr>
              <a:t> have staff. There can be no unassigned staff, and it is not possible to have an 'empty' department</a:t>
            </a:r>
            <a:endParaRPr lang="en-US" sz="2400" dirty="0">
              <a:uFillTx/>
            </a:endParaRPr>
          </a:p>
          <a:p>
            <a:pPr lvl="1"/>
            <a:r>
              <a:rPr lang="en-US" b="1" dirty="0">
                <a:solidFill>
                  <a:srgbClr val="0070C0"/>
                </a:solidFill>
                <a:uFillTx/>
              </a:rPr>
              <a:t>optional and non-disjoint </a:t>
            </a:r>
            <a:r>
              <a:rPr lang="en-US" dirty="0">
                <a:uFillTx/>
              </a:rPr>
              <a:t>{optional, and}</a:t>
            </a:r>
          </a:p>
          <a:p>
            <a:pPr lvl="2" algn="just"/>
            <a:r>
              <a:rPr lang="en-GB" sz="2400" b="0" i="0" dirty="0">
                <a:effectLst/>
              </a:rPr>
              <a:t>E.g.: A member of staff </a:t>
            </a:r>
            <a:r>
              <a:rPr lang="en-GB" sz="2400" b="0" i="0" dirty="0">
                <a:effectLst/>
                <a:highlight>
                  <a:srgbClr val="FFFF00"/>
                </a:highlight>
              </a:rPr>
              <a:t>might</a:t>
            </a:r>
            <a:r>
              <a:rPr lang="en-GB" sz="2400" b="0" i="0" dirty="0">
                <a:effectLst/>
              </a:rPr>
              <a:t> be assigned to work in a department, but this is </a:t>
            </a:r>
            <a:r>
              <a:rPr lang="en-GB" sz="2400" b="0" i="0" dirty="0">
                <a:effectLst/>
                <a:highlight>
                  <a:srgbClr val="FFFF00"/>
                </a:highlight>
              </a:rPr>
              <a:t>not compulsory</a:t>
            </a:r>
            <a:r>
              <a:rPr lang="en-GB" sz="2400" b="0" i="0" dirty="0">
                <a:effectLst/>
              </a:rPr>
              <a:t>. A department might, or might not, have staff allocated to work within it</a:t>
            </a:r>
            <a:endParaRPr lang="en-US" sz="2400" dirty="0">
              <a:uFillTx/>
            </a:endParaRPr>
          </a:p>
          <a:p>
            <a:endParaRPr lang="en-US" dirty="0">
              <a:uFillTx/>
            </a:endParaRP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18</a:t>
            </a:fld>
            <a:endParaRPr lang="en-US" dirty="0">
              <a:uFillTx/>
            </a:endParaRPr>
          </a:p>
        </p:txBody>
      </p:sp>
    </p:spTree>
    <p:extLst>
      <p:ext uri="{BB962C8B-B14F-4D97-AF65-F5344CB8AC3E}">
        <p14:creationId xmlns:p14="http://schemas.microsoft.com/office/powerpoint/2010/main" val="36580876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uFillTx/>
              </a:rPr>
              <a:t>Constraints on Specialization/Generalization </a:t>
            </a: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19</a:t>
            </a:fld>
            <a:endParaRPr lang="en-US" dirty="0">
              <a:uFillTx/>
            </a:endParaRPr>
          </a:p>
        </p:txBody>
      </p:sp>
      <p:pic>
        <p:nvPicPr>
          <p:cNvPr id="7" name="Picture 6"/>
          <p:cNvPicPr>
            <a:picLocks noChangeAspect="1"/>
          </p:cNvPicPr>
          <p:nvPr/>
        </p:nvPicPr>
        <p:blipFill>
          <a:blip r:embed="rId3"/>
          <a:srcRect l="2151" t="2858" r="4388" b="10931"/>
          <a:stretch/>
        </p:blipFill>
        <p:spPr>
          <a:xfrm>
            <a:off x="248928" y="1875295"/>
            <a:ext cx="8646143" cy="3487118"/>
          </a:xfrm>
          <a:prstGeom prst="rect">
            <a:avLst/>
          </a:prstGeom>
          <a:ln>
            <a:solidFill>
              <a:schemeClr val="tx1"/>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uFillTx/>
              </a:rPr>
              <a:t>DreamHome</a:t>
            </a:r>
            <a:r>
              <a:rPr lang="en-US" dirty="0">
                <a:uFillTx/>
              </a:rPr>
              <a:t> example - Staff </a:t>
            </a:r>
            <a:r>
              <a:rPr lang="en-US" dirty="0">
                <a:solidFill>
                  <a:srgbClr val="0070C0"/>
                </a:solidFill>
                <a:uFillTx/>
              </a:rPr>
              <a:t>Superclass</a:t>
            </a:r>
            <a:r>
              <a:rPr lang="en-US" dirty="0">
                <a:uFillTx/>
              </a:rPr>
              <a:t> with Supervisor and Manager </a:t>
            </a:r>
            <a:r>
              <a:rPr lang="en-US" dirty="0">
                <a:solidFill>
                  <a:srgbClr val="0070C0"/>
                </a:solidFill>
                <a:uFillTx/>
              </a:rPr>
              <a:t>subclasses</a:t>
            </a:r>
            <a:r>
              <a:rPr lang="en-US" dirty="0">
                <a:uFillTx/>
              </a:rPr>
              <a:t> </a:t>
            </a:r>
          </a:p>
        </p:txBody>
      </p:sp>
      <p:pic>
        <p:nvPicPr>
          <p:cNvPr id="7" name="Content Placeholder 6"/>
          <p:cNvPicPr>
            <a:picLocks noGrp="1" noChangeAspect="1"/>
          </p:cNvPicPr>
          <p:nvPr>
            <p:ph idx="1"/>
          </p:nvPr>
        </p:nvPicPr>
        <p:blipFill>
          <a:blip r:embed="rId2"/>
          <a:stretch>
            <a:fillRect/>
          </a:stretch>
        </p:blipFill>
        <p:spPr>
          <a:xfrm>
            <a:off x="1338000" y="1825626"/>
            <a:ext cx="6468000"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20</a:t>
            </a:fld>
            <a:endParaRPr lang="en-US" dirty="0">
              <a:uFillTx/>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uFillTx/>
              </a:rPr>
              <a:t>DreamHome</a:t>
            </a:r>
            <a:r>
              <a:rPr lang="en-US" sz="2400" dirty="0">
                <a:uFillTx/>
              </a:rPr>
              <a:t> example - Owner </a:t>
            </a:r>
            <a:r>
              <a:rPr lang="en-US" sz="2400" dirty="0">
                <a:solidFill>
                  <a:srgbClr val="0070C0"/>
                </a:solidFill>
                <a:uFillTx/>
              </a:rPr>
              <a:t>Superclass</a:t>
            </a:r>
            <a:r>
              <a:rPr lang="en-US" sz="2400" dirty="0">
                <a:uFillTx/>
              </a:rPr>
              <a:t> with </a:t>
            </a:r>
            <a:r>
              <a:rPr lang="en-US" sz="2400" dirty="0" err="1">
                <a:uFillTx/>
              </a:rPr>
              <a:t>PrivateOwner</a:t>
            </a:r>
            <a:r>
              <a:rPr lang="en-US" sz="2400" dirty="0">
                <a:uFillTx/>
              </a:rPr>
              <a:t> and </a:t>
            </a:r>
            <a:r>
              <a:rPr lang="en-US" sz="2400" dirty="0" err="1">
                <a:uFillTx/>
              </a:rPr>
              <a:t>BusinessOwner</a:t>
            </a:r>
            <a:r>
              <a:rPr lang="en-US" sz="2400" dirty="0">
                <a:uFillTx/>
              </a:rPr>
              <a:t> </a:t>
            </a:r>
            <a:r>
              <a:rPr lang="en-US" sz="2400" dirty="0">
                <a:solidFill>
                  <a:srgbClr val="0070C0"/>
                </a:solidFill>
                <a:uFillTx/>
              </a:rPr>
              <a:t>subclasses</a:t>
            </a:r>
          </a:p>
        </p:txBody>
      </p:sp>
      <p:pic>
        <p:nvPicPr>
          <p:cNvPr id="7" name="Content Placeholder 6"/>
          <p:cNvPicPr>
            <a:picLocks noGrp="1" noChangeAspect="1"/>
          </p:cNvPicPr>
          <p:nvPr>
            <p:ph idx="1"/>
          </p:nvPr>
        </p:nvPicPr>
        <p:blipFill>
          <a:blip r:embed="rId2"/>
          <a:stretch>
            <a:fillRect/>
          </a:stretch>
        </p:blipFill>
        <p:spPr>
          <a:xfrm>
            <a:off x="1242041" y="1646238"/>
            <a:ext cx="6659918"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21</a:t>
            </a:fld>
            <a:endParaRPr lang="en-US" dirty="0">
              <a:uFillTx/>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err="1">
                <a:uFillTx/>
              </a:rPr>
              <a:t>DreamHome</a:t>
            </a:r>
            <a:r>
              <a:rPr lang="en-US" sz="2400" dirty="0">
                <a:uFillTx/>
              </a:rPr>
              <a:t> example - Person </a:t>
            </a:r>
            <a:r>
              <a:rPr lang="en-US" sz="2400" dirty="0">
                <a:solidFill>
                  <a:srgbClr val="0070C0"/>
                </a:solidFill>
                <a:uFillTx/>
              </a:rPr>
              <a:t>superclass</a:t>
            </a:r>
            <a:r>
              <a:rPr lang="en-US" sz="2400" dirty="0">
                <a:uFillTx/>
              </a:rPr>
              <a:t> with Staff, </a:t>
            </a:r>
            <a:r>
              <a:rPr lang="en-US" sz="2400" dirty="0" err="1">
                <a:uFillTx/>
              </a:rPr>
              <a:t>PrivateOwner</a:t>
            </a:r>
            <a:r>
              <a:rPr lang="en-US" sz="2400" dirty="0">
                <a:uFillTx/>
              </a:rPr>
              <a:t>, and Client </a:t>
            </a:r>
            <a:r>
              <a:rPr lang="en-US" sz="2400" dirty="0">
                <a:solidFill>
                  <a:srgbClr val="0070C0"/>
                </a:solidFill>
                <a:uFillTx/>
              </a:rPr>
              <a:t>subclasses</a:t>
            </a:r>
            <a:r>
              <a:rPr lang="en-US" sz="2400" dirty="0">
                <a:uFillTx/>
              </a:rPr>
              <a:t> </a:t>
            </a:r>
          </a:p>
        </p:txBody>
      </p:sp>
      <p:pic>
        <p:nvPicPr>
          <p:cNvPr id="7" name="Content Placeholder 6"/>
          <p:cNvPicPr>
            <a:picLocks noGrp="1" noChangeAspect="1"/>
          </p:cNvPicPr>
          <p:nvPr>
            <p:ph idx="1"/>
          </p:nvPr>
        </p:nvPicPr>
        <p:blipFill>
          <a:blip r:embed="rId2"/>
          <a:stretch>
            <a:fillRect/>
          </a:stretch>
        </p:blipFill>
        <p:spPr>
          <a:xfrm>
            <a:off x="2237402" y="1646238"/>
            <a:ext cx="4669195" cy="4530725"/>
          </a:xfrm>
          <a:prstGeom prst="rect">
            <a:avLst/>
          </a:prstGeom>
        </p:spPr>
      </p:pic>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22</a:t>
            </a:fld>
            <a:endParaRPr lang="en-US" dirty="0">
              <a:uFillTx/>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MY" dirty="0">
                <a:uFillTx/>
              </a:rPr>
              <a:t>Problem 1: EERM</a:t>
            </a:r>
            <a:endParaRPr lang="en-US" dirty="0">
              <a:uFillTx/>
            </a:endParaRPr>
          </a:p>
        </p:txBody>
      </p:sp>
      <p:sp>
        <p:nvSpPr>
          <p:cNvPr id="3" name="Content Placeholder 2"/>
          <p:cNvSpPr>
            <a:spLocks noGrp="1"/>
          </p:cNvSpPr>
          <p:nvPr>
            <p:ph idx="1"/>
          </p:nvPr>
        </p:nvSpPr>
        <p:spPr>
          <a:xfrm>
            <a:off x="146957" y="1485900"/>
            <a:ext cx="8850086" cy="5006974"/>
          </a:xfrm>
        </p:spPr>
        <p:txBody>
          <a:bodyPr>
            <a:noAutofit/>
          </a:bodyPr>
          <a:lstStyle/>
          <a:p>
            <a:pPr algn="just"/>
            <a:r>
              <a:rPr lang="en-US" altLang="en-US" sz="1400" dirty="0">
                <a:uFillTx/>
                <a:ea typeface="Arial" panose="020B0604020202020204" pitchFamily="34" charset="0"/>
                <a:cs typeface="Arial" panose="020B0604020202020204" pitchFamily="34" charset="0"/>
              </a:rPr>
              <a:t>A car dealership wishes to maintain data about the customers who purchase a car.  Each customer may purchase one or more vehicles, and each vehicle can be  purchased by many different customers over time (for example, a customer may purchase a new vehicle, trade that vehicle in and someone else can purchase the vehicle traded in.)   Data that the dealership wishes to keep regarding customers includes customer identification number, name, address, home phone, work phone, cell phone and e-mail address.  </a:t>
            </a:r>
          </a:p>
          <a:p>
            <a:pPr algn="just"/>
            <a:r>
              <a:rPr lang="en-US" altLang="en-US" sz="1400" dirty="0">
                <a:uFillTx/>
                <a:ea typeface="Arial" panose="020B0604020202020204" pitchFamily="34" charset="0"/>
                <a:cs typeface="Arial" panose="020B0604020202020204" pitchFamily="34" charset="0"/>
              </a:rPr>
              <a:t>Information about vehicle includes vehicle identification number, make, model, year, transmission type, engine size and color.  Vehicles can be a member of one of the following categories:  cars, trucks, minivans or SUVS.  A vehicle can be a member of only one category at a given time.  Trucks, minivans and SUVS have unique attributes – cars does not.  Trucks have the following unique attributes:  Cab (example:  regular, super or crew) and Driver  (for example:  94X2 or (4X4); Minivans have Accessory package and SUVS have SUV style.</a:t>
            </a:r>
          </a:p>
          <a:p>
            <a:pPr algn="just"/>
            <a:r>
              <a:rPr lang="en-US" altLang="en-US" sz="1400" dirty="0">
                <a:uFillTx/>
                <a:ea typeface="Arial" panose="020B0604020202020204" pitchFamily="34" charset="0"/>
                <a:cs typeface="Arial" panose="020B0604020202020204" pitchFamily="34" charset="0"/>
              </a:rPr>
              <a:t>The dealership is interested in the date of Purchase, amount of sale and Salesperson(s) completing each sale.  </a:t>
            </a:r>
            <a:endParaRPr lang="en-US" sz="1400" b="1" dirty="0"/>
          </a:p>
          <a:p>
            <a:pPr>
              <a:buFont typeface="Arial" panose="020B0604020202020204" pitchFamily="34" charset="0"/>
              <a:buChar char="•"/>
            </a:pPr>
            <a:r>
              <a:rPr lang="en-US" sz="1400" b="1" dirty="0"/>
              <a:t>Participation Constraints</a:t>
            </a:r>
            <a:r>
              <a:rPr lang="en-US" sz="1400" dirty="0"/>
              <a:t>:</a:t>
            </a:r>
          </a:p>
          <a:p>
            <a:pPr lvl="1"/>
            <a:r>
              <a:rPr lang="en-US" sz="1400" b="1" dirty="0"/>
              <a:t>Mandatory</a:t>
            </a:r>
            <a:r>
              <a:rPr lang="en-US" sz="1400" dirty="0"/>
              <a:t>: Every superclass member belongs to a subclass.</a:t>
            </a:r>
          </a:p>
          <a:p>
            <a:pPr lvl="1"/>
            <a:r>
              <a:rPr lang="en-US" sz="1400" b="1" dirty="0"/>
              <a:t>Optional</a:t>
            </a:r>
            <a:r>
              <a:rPr lang="en-US" sz="1400" dirty="0"/>
              <a:t>: Superclass members may not belong to a subclass.</a:t>
            </a:r>
          </a:p>
          <a:p>
            <a:pPr>
              <a:buFont typeface="Arial" panose="020B0604020202020204" pitchFamily="34" charset="0"/>
              <a:buChar char="•"/>
            </a:pPr>
            <a:r>
              <a:rPr lang="en-US" sz="1400" b="1" dirty="0"/>
              <a:t>Disjoint Constraints</a:t>
            </a:r>
            <a:r>
              <a:rPr lang="en-US" sz="1400" dirty="0"/>
              <a:t>:</a:t>
            </a:r>
          </a:p>
          <a:p>
            <a:pPr lvl="1"/>
            <a:r>
              <a:rPr lang="en-US" sz="1400" b="1" dirty="0"/>
              <a:t>Disjoint (OR)</a:t>
            </a:r>
            <a:r>
              <a:rPr lang="en-US" sz="1400" dirty="0"/>
              <a:t>: A member can only belong to one subclass.</a:t>
            </a:r>
          </a:p>
          <a:p>
            <a:pPr lvl="1"/>
            <a:r>
              <a:rPr lang="en-US" sz="1400" b="1" dirty="0"/>
              <a:t>Non-disjoint (AND)</a:t>
            </a:r>
            <a:r>
              <a:rPr lang="en-US" sz="1400" dirty="0"/>
              <a:t>: A member can belong to multiple subclasses.</a:t>
            </a:r>
          </a:p>
        </p:txBody>
      </p:sp>
      <p:sp>
        <p:nvSpPr>
          <p:cNvPr id="5" name="Slide Number Placeholder 4"/>
          <p:cNvSpPr>
            <a:spLocks noGrp="1"/>
          </p:cNvSpPr>
          <p:nvPr>
            <p:ph type="sldNum" sz="quarter" idx="12"/>
          </p:nvPr>
        </p:nvSpPr>
        <p:spPr/>
        <p:txBody>
          <a:bodyPr/>
          <a:lstStyle/>
          <a:p>
            <a:pPr>
              <a:defRPr>
                <a:uFillTx/>
              </a:defRPr>
            </a:pPr>
            <a:fld id="{4AEEF2DB-3D68-4EFF-B92B-90C34555BE45}" type="slidenum">
              <a:rPr lang="en-US" smtClean="0">
                <a:uFillTx/>
              </a:rPr>
              <a:t>23</a:t>
            </a:fld>
            <a:endParaRPr lang="en-US" dirty="0">
              <a:uFillTx/>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9D57A-46BB-3C65-AE7C-7F0A599DA5F1}"/>
              </a:ext>
            </a:extLst>
          </p:cNvPr>
          <p:cNvSpPr>
            <a:spLocks noGrp="1"/>
          </p:cNvSpPr>
          <p:nvPr>
            <p:ph type="title"/>
          </p:nvPr>
        </p:nvSpPr>
        <p:spPr/>
        <p:txBody>
          <a:bodyPr/>
          <a:lstStyle/>
          <a:p>
            <a:r>
              <a:rPr lang="en-US" dirty="0"/>
              <a:t>ERD</a:t>
            </a:r>
          </a:p>
        </p:txBody>
      </p:sp>
      <p:sp>
        <p:nvSpPr>
          <p:cNvPr id="3" name="Content Placeholder 2">
            <a:extLst>
              <a:ext uri="{FF2B5EF4-FFF2-40B4-BE49-F238E27FC236}">
                <a16:creationId xmlns:a16="http://schemas.microsoft.com/office/drawing/2014/main" id="{C2E18C30-FCFD-D9C0-CD0D-2B1B792727F2}"/>
              </a:ext>
            </a:extLst>
          </p:cNvPr>
          <p:cNvSpPr>
            <a:spLocks noGrp="1"/>
          </p:cNvSpPr>
          <p:nvPr>
            <p:ph idx="1"/>
          </p:nvPr>
        </p:nvSpPr>
        <p:spPr/>
        <p:txBody>
          <a:bodyPr/>
          <a:lstStyle/>
          <a:p>
            <a:r>
              <a:rPr lang="en-US" dirty="0"/>
              <a:t>Entities: Things or objects that are represented in the database (e.g., Customer, Product).</a:t>
            </a:r>
          </a:p>
          <a:p>
            <a:r>
              <a:rPr lang="en-US" dirty="0"/>
              <a:t>Attributes: Properties of entities (e.g., Name, Price).</a:t>
            </a:r>
          </a:p>
          <a:p>
            <a:r>
              <a:rPr lang="en-US" dirty="0"/>
              <a:t>Relationships: How entities are related (e.g., Customer places Order).</a:t>
            </a:r>
          </a:p>
        </p:txBody>
      </p:sp>
      <p:sp>
        <p:nvSpPr>
          <p:cNvPr id="4" name="Slide Number Placeholder 3">
            <a:extLst>
              <a:ext uri="{FF2B5EF4-FFF2-40B4-BE49-F238E27FC236}">
                <a16:creationId xmlns:a16="http://schemas.microsoft.com/office/drawing/2014/main" id="{D208A119-65C2-FC1B-A94A-56C1D02F1239}"/>
              </a:ext>
            </a:extLst>
          </p:cNvPr>
          <p:cNvSpPr>
            <a:spLocks noGrp="1"/>
          </p:cNvSpPr>
          <p:nvPr>
            <p:ph type="sldNum" sz="quarter" idx="12"/>
          </p:nvPr>
        </p:nvSpPr>
        <p:spPr/>
        <p:txBody>
          <a:bodyPr/>
          <a:lstStyle/>
          <a:p>
            <a:fld id="{B5912E74-8957-4046-8937-1199D0665174}" type="slidenum">
              <a:rPr lang="en-US" smtClean="0"/>
              <a:t>24</a:t>
            </a:fld>
            <a:endParaRPr lang="en-US"/>
          </a:p>
        </p:txBody>
      </p:sp>
    </p:spTree>
    <p:extLst>
      <p:ext uri="{BB962C8B-B14F-4D97-AF65-F5344CB8AC3E}">
        <p14:creationId xmlns:p14="http://schemas.microsoft.com/office/powerpoint/2010/main" val="1318587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4E862-A125-3777-4789-91A155740F48}"/>
              </a:ext>
            </a:extLst>
          </p:cNvPr>
          <p:cNvSpPr>
            <a:spLocks noGrp="1"/>
          </p:cNvSpPr>
          <p:nvPr>
            <p:ph type="title"/>
          </p:nvPr>
        </p:nvSpPr>
        <p:spPr/>
        <p:txBody>
          <a:bodyPr/>
          <a:lstStyle/>
          <a:p>
            <a:r>
              <a:rPr lang="en-US" dirty="0"/>
              <a:t>EERD</a:t>
            </a:r>
          </a:p>
        </p:txBody>
      </p:sp>
      <p:sp>
        <p:nvSpPr>
          <p:cNvPr id="3" name="Content Placeholder 2">
            <a:extLst>
              <a:ext uri="{FF2B5EF4-FFF2-40B4-BE49-F238E27FC236}">
                <a16:creationId xmlns:a16="http://schemas.microsoft.com/office/drawing/2014/main" id="{47084134-2200-4603-FA2B-C0B571B214E8}"/>
              </a:ext>
            </a:extLst>
          </p:cNvPr>
          <p:cNvSpPr>
            <a:spLocks noGrp="1"/>
          </p:cNvSpPr>
          <p:nvPr>
            <p:ph idx="1"/>
          </p:nvPr>
        </p:nvSpPr>
        <p:spPr/>
        <p:txBody>
          <a:bodyPr>
            <a:normAutofit fontScale="62500" lnSpcReduction="20000"/>
          </a:bodyPr>
          <a:lstStyle/>
          <a:p>
            <a:r>
              <a:rPr lang="en-US" dirty="0"/>
              <a:t>Subclasses and </a:t>
            </a:r>
            <a:r>
              <a:rPr lang="en-US" dirty="0" err="1"/>
              <a:t>Superclasses</a:t>
            </a:r>
            <a:r>
              <a:rPr lang="en-US" dirty="0"/>
              <a:t>: EERD supports specialization and generalization (e.g., grouping similar entities into a general category or splitting entities into subclasses based on common or unique characteristics). This helps represent inheritance in systems (e.g., a Vehicle superclass might have subclasses like Car, Truck, and SUV).</a:t>
            </a:r>
          </a:p>
          <a:p>
            <a:r>
              <a:rPr lang="en-US" dirty="0"/>
              <a:t>Categorization: You can define categories for your entities and apply specific attributes to those categories (e.g., a Product category with subcategories like Electronics, Clothing).</a:t>
            </a:r>
          </a:p>
          <a:p>
            <a:r>
              <a:rPr lang="en-US" dirty="0"/>
              <a:t>Constraints:</a:t>
            </a:r>
          </a:p>
          <a:p>
            <a:r>
              <a:rPr lang="en-US" dirty="0"/>
              <a:t>Participation Constraints: Defines whether every entity in a superclass must participate in a subclass (e.g., every Vehicle must be a Car, Truck, or SUV).</a:t>
            </a:r>
          </a:p>
          <a:p>
            <a:r>
              <a:rPr lang="en-US" dirty="0"/>
              <a:t>Disjoint and Overlapping Constraints: Indicates whether a subclass can have only one superclass member (disjoint) or multiple (non-disjoint).</a:t>
            </a:r>
          </a:p>
          <a:p>
            <a:r>
              <a:rPr lang="en-US" dirty="0"/>
              <a:t>Complex Relationships: EERD handles many-to-many relationships, recursive relationships, and multi-valued attributes in a way that ERD cannot.</a:t>
            </a:r>
          </a:p>
        </p:txBody>
      </p:sp>
      <p:sp>
        <p:nvSpPr>
          <p:cNvPr id="4" name="Slide Number Placeholder 3">
            <a:extLst>
              <a:ext uri="{FF2B5EF4-FFF2-40B4-BE49-F238E27FC236}">
                <a16:creationId xmlns:a16="http://schemas.microsoft.com/office/drawing/2014/main" id="{841F3D05-19B9-5DC0-6600-F49D74778AA0}"/>
              </a:ext>
            </a:extLst>
          </p:cNvPr>
          <p:cNvSpPr>
            <a:spLocks noGrp="1"/>
          </p:cNvSpPr>
          <p:nvPr>
            <p:ph type="sldNum" sz="quarter" idx="12"/>
          </p:nvPr>
        </p:nvSpPr>
        <p:spPr/>
        <p:txBody>
          <a:bodyPr/>
          <a:lstStyle/>
          <a:p>
            <a:fld id="{B5912E74-8957-4046-8937-1199D0665174}" type="slidenum">
              <a:rPr lang="en-US" smtClean="0"/>
              <a:t>25</a:t>
            </a:fld>
            <a:endParaRPr lang="en-US"/>
          </a:p>
        </p:txBody>
      </p:sp>
    </p:spTree>
    <p:extLst>
      <p:ext uri="{BB962C8B-B14F-4D97-AF65-F5344CB8AC3E}">
        <p14:creationId xmlns:p14="http://schemas.microsoft.com/office/powerpoint/2010/main" val="1906274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1CC67-A04C-BF5F-9C8A-0E729F4F7592}"/>
              </a:ext>
            </a:extLst>
          </p:cNvPr>
          <p:cNvSpPr>
            <a:spLocks noGrp="1"/>
          </p:cNvSpPr>
          <p:nvPr>
            <p:ph type="title"/>
          </p:nvPr>
        </p:nvSpPr>
        <p:spPr/>
        <p:txBody>
          <a:bodyPr/>
          <a:lstStyle/>
          <a:p>
            <a:r>
              <a:rPr lang="en-US" dirty="0"/>
              <a:t>Why EERD not ERD</a:t>
            </a:r>
          </a:p>
        </p:txBody>
      </p:sp>
      <p:sp>
        <p:nvSpPr>
          <p:cNvPr id="3" name="Content Placeholder 2">
            <a:extLst>
              <a:ext uri="{FF2B5EF4-FFF2-40B4-BE49-F238E27FC236}">
                <a16:creationId xmlns:a16="http://schemas.microsoft.com/office/drawing/2014/main" id="{44D8EE4E-FD4C-CD82-9C52-9D3850056B55}"/>
              </a:ext>
            </a:extLst>
          </p:cNvPr>
          <p:cNvSpPr>
            <a:spLocks noGrp="1"/>
          </p:cNvSpPr>
          <p:nvPr>
            <p:ph idx="1"/>
          </p:nvPr>
        </p:nvSpPr>
        <p:spPr/>
        <p:txBody>
          <a:bodyPr>
            <a:normAutofit fontScale="85000" lnSpcReduction="20000"/>
          </a:bodyPr>
          <a:lstStyle/>
          <a:p>
            <a:r>
              <a:rPr lang="en-US" dirty="0"/>
              <a:t>Complex Systems: EERD is needed when the system you're designing is more complex and requires additional details like categorization, subclassing, and specialized constraints.</a:t>
            </a:r>
          </a:p>
          <a:p>
            <a:r>
              <a:rPr lang="en-US" dirty="0"/>
              <a:t>Real-world Complexity: Many real-world applications have complex relationships, specialized roles, and inheritance that need to be represented. For example, in a Hospital Management System, you might have an Employee superclass with subclasses like Doctor, Nurse, and Administrator.</a:t>
            </a:r>
          </a:p>
          <a:p>
            <a:r>
              <a:rPr lang="en-US" dirty="0"/>
              <a:t>Better Representation: EERD allows you to represent real-world scenarios more accurately. For instance, an EERD can represent a Product that belongs to a Category while having unique attributes for each type of product within that category.</a:t>
            </a:r>
          </a:p>
        </p:txBody>
      </p:sp>
      <p:sp>
        <p:nvSpPr>
          <p:cNvPr id="4" name="Slide Number Placeholder 3">
            <a:extLst>
              <a:ext uri="{FF2B5EF4-FFF2-40B4-BE49-F238E27FC236}">
                <a16:creationId xmlns:a16="http://schemas.microsoft.com/office/drawing/2014/main" id="{B2A4C293-A8DB-4635-EC7E-6AD169CA06F2}"/>
              </a:ext>
            </a:extLst>
          </p:cNvPr>
          <p:cNvSpPr>
            <a:spLocks noGrp="1"/>
          </p:cNvSpPr>
          <p:nvPr>
            <p:ph type="sldNum" sz="quarter" idx="12"/>
          </p:nvPr>
        </p:nvSpPr>
        <p:spPr/>
        <p:txBody>
          <a:bodyPr/>
          <a:lstStyle/>
          <a:p>
            <a:fld id="{B5912E74-8957-4046-8937-1199D0665174}" type="slidenum">
              <a:rPr lang="en-US" smtClean="0"/>
              <a:t>26</a:t>
            </a:fld>
            <a:endParaRPr lang="en-US"/>
          </a:p>
        </p:txBody>
      </p:sp>
    </p:spTree>
    <p:extLst>
      <p:ext uri="{BB962C8B-B14F-4D97-AF65-F5344CB8AC3E}">
        <p14:creationId xmlns:p14="http://schemas.microsoft.com/office/powerpoint/2010/main" val="404556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71F7-EF21-5761-010D-42E5A9697969}"/>
              </a:ext>
            </a:extLst>
          </p:cNvPr>
          <p:cNvSpPr>
            <a:spLocks noGrp="1"/>
          </p:cNvSpPr>
          <p:nvPr>
            <p:ph type="title"/>
          </p:nvPr>
        </p:nvSpPr>
        <p:spPr/>
        <p:txBody>
          <a:bodyPr>
            <a:normAutofit/>
          </a:bodyPr>
          <a:lstStyle/>
          <a:p>
            <a:r>
              <a:rPr lang="en-US" sz="2800" dirty="0"/>
              <a:t>the need for subclassing (Employee → Manager/Developer), specialization/generalization, and complex participation</a:t>
            </a:r>
          </a:p>
        </p:txBody>
      </p:sp>
      <p:sp>
        <p:nvSpPr>
          <p:cNvPr id="3" name="Content Placeholder 2">
            <a:extLst>
              <a:ext uri="{FF2B5EF4-FFF2-40B4-BE49-F238E27FC236}">
                <a16:creationId xmlns:a16="http://schemas.microsoft.com/office/drawing/2014/main" id="{5FB6FD2D-A428-56F1-0590-0FDE80D8F474}"/>
              </a:ext>
            </a:extLst>
          </p:cNvPr>
          <p:cNvSpPr>
            <a:spLocks noGrp="1"/>
          </p:cNvSpPr>
          <p:nvPr>
            <p:ph idx="1"/>
          </p:nvPr>
        </p:nvSpPr>
        <p:spPr/>
        <p:txBody>
          <a:bodyPr numCol="2">
            <a:normAutofit lnSpcReduction="10000"/>
          </a:bodyPr>
          <a:lstStyle/>
          <a:p>
            <a:r>
              <a:rPr lang="en-US" sz="2000" dirty="0"/>
              <a:t>Simple Scenario (ERD):</a:t>
            </a:r>
          </a:p>
          <a:p>
            <a:endParaRPr lang="en-US" sz="2000" dirty="0"/>
          </a:p>
          <a:p>
            <a:r>
              <a:rPr lang="en-US" sz="2000" dirty="0"/>
              <a:t>Entities: Customer, Order, Product</a:t>
            </a:r>
          </a:p>
          <a:p>
            <a:r>
              <a:rPr lang="en-US" sz="2000" dirty="0"/>
              <a:t>Relationships: A Customer places an Order, and an Order contains many Products.</a:t>
            </a:r>
          </a:p>
          <a:p>
            <a:endParaRPr lang="en-US" sz="2000" dirty="0"/>
          </a:p>
          <a:p>
            <a:endParaRPr lang="en-US" sz="2000" dirty="0"/>
          </a:p>
          <a:p>
            <a:endParaRPr lang="en-US" sz="2000" dirty="0"/>
          </a:p>
          <a:p>
            <a:endParaRPr lang="en-US" sz="2000" dirty="0"/>
          </a:p>
          <a:p>
            <a:endParaRPr lang="en-US" sz="2000" dirty="0"/>
          </a:p>
          <a:p>
            <a:endParaRPr lang="en-US" sz="2000" dirty="0"/>
          </a:p>
          <a:p>
            <a:r>
              <a:rPr lang="en-US" sz="2000" dirty="0"/>
              <a:t>Complex Scenario (EERD):</a:t>
            </a:r>
          </a:p>
          <a:p>
            <a:r>
              <a:rPr lang="en-US" sz="2000" dirty="0"/>
              <a:t>Entities: Employee, Department, Project</a:t>
            </a:r>
          </a:p>
          <a:p>
            <a:r>
              <a:rPr lang="en-US" sz="2000" dirty="0"/>
              <a:t>Superclass/Subclass: Employee superclass with Manager and Developer subclasses, each having unique attributes.</a:t>
            </a:r>
          </a:p>
          <a:p>
            <a:r>
              <a:rPr lang="en-US" sz="2000" dirty="0"/>
              <a:t>Participation Constraints: All employees must belong to a department. A project must have at least one employee assigned.</a:t>
            </a:r>
          </a:p>
          <a:p>
            <a:endParaRPr lang="en-US" sz="2000" dirty="0"/>
          </a:p>
        </p:txBody>
      </p:sp>
      <p:sp>
        <p:nvSpPr>
          <p:cNvPr id="4" name="Slide Number Placeholder 3">
            <a:extLst>
              <a:ext uri="{FF2B5EF4-FFF2-40B4-BE49-F238E27FC236}">
                <a16:creationId xmlns:a16="http://schemas.microsoft.com/office/drawing/2014/main" id="{A76CC055-867F-7746-8743-3827526200FA}"/>
              </a:ext>
            </a:extLst>
          </p:cNvPr>
          <p:cNvSpPr>
            <a:spLocks noGrp="1"/>
          </p:cNvSpPr>
          <p:nvPr>
            <p:ph type="sldNum" sz="quarter" idx="12"/>
          </p:nvPr>
        </p:nvSpPr>
        <p:spPr/>
        <p:txBody>
          <a:bodyPr/>
          <a:lstStyle/>
          <a:p>
            <a:fld id="{B5912E74-8957-4046-8937-1199D0665174}" type="slidenum">
              <a:rPr lang="en-US" smtClean="0"/>
              <a:t>27</a:t>
            </a:fld>
            <a:endParaRPr lang="en-US"/>
          </a:p>
        </p:txBody>
      </p:sp>
    </p:spTree>
    <p:extLst>
      <p:ext uri="{BB962C8B-B14F-4D97-AF65-F5344CB8AC3E}">
        <p14:creationId xmlns:p14="http://schemas.microsoft.com/office/powerpoint/2010/main" val="16854079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2D1F185-2745-14E3-C599-E74CC289DC56}"/>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B5912E74-8957-4046-8937-1199D0665174}" type="slidenum">
              <a:rPr lang="en-US" smtClean="0"/>
              <a:pPr defTabSz="914400">
                <a:spcAft>
                  <a:spcPts val="600"/>
                </a:spcAft>
              </a:pPr>
              <a:t>28</a:t>
            </a:fld>
            <a:endParaRPr lang="en-US"/>
          </a:p>
        </p:txBody>
      </p:sp>
      <p:graphicFrame>
        <p:nvGraphicFramePr>
          <p:cNvPr id="5" name="Table 4">
            <a:extLst>
              <a:ext uri="{FF2B5EF4-FFF2-40B4-BE49-F238E27FC236}">
                <a16:creationId xmlns:a16="http://schemas.microsoft.com/office/drawing/2014/main" id="{84510648-971F-7091-858B-CC98C563479C}"/>
              </a:ext>
            </a:extLst>
          </p:cNvPr>
          <p:cNvGraphicFramePr>
            <a:graphicFrameLocks noGrp="1"/>
          </p:cNvGraphicFramePr>
          <p:nvPr>
            <p:extLst>
              <p:ext uri="{D42A27DB-BD31-4B8C-83A1-F6EECF244321}">
                <p14:modId xmlns:p14="http://schemas.microsoft.com/office/powerpoint/2010/main" val="2413479131"/>
              </p:ext>
            </p:extLst>
          </p:nvPr>
        </p:nvGraphicFramePr>
        <p:xfrm>
          <a:off x="767187" y="643466"/>
          <a:ext cx="7609627" cy="5571070"/>
        </p:xfrm>
        <a:graphic>
          <a:graphicData uri="http://schemas.openxmlformats.org/drawingml/2006/table">
            <a:tbl>
              <a:tblPr/>
              <a:tblGrid>
                <a:gridCol w="2124863">
                  <a:extLst>
                    <a:ext uri="{9D8B030D-6E8A-4147-A177-3AD203B41FA5}">
                      <a16:colId xmlns:a16="http://schemas.microsoft.com/office/drawing/2014/main" val="73528871"/>
                    </a:ext>
                  </a:extLst>
                </a:gridCol>
                <a:gridCol w="2601022">
                  <a:extLst>
                    <a:ext uri="{9D8B030D-6E8A-4147-A177-3AD203B41FA5}">
                      <a16:colId xmlns:a16="http://schemas.microsoft.com/office/drawing/2014/main" val="2383233674"/>
                    </a:ext>
                  </a:extLst>
                </a:gridCol>
                <a:gridCol w="2883742">
                  <a:extLst>
                    <a:ext uri="{9D8B030D-6E8A-4147-A177-3AD203B41FA5}">
                      <a16:colId xmlns:a16="http://schemas.microsoft.com/office/drawing/2014/main" val="1506456901"/>
                    </a:ext>
                  </a:extLst>
                </a:gridCol>
              </a:tblGrid>
              <a:tr h="471398">
                <a:tc>
                  <a:txBody>
                    <a:bodyPr/>
                    <a:lstStyle/>
                    <a:p>
                      <a:pPr algn="l" fontAlgn="ctr"/>
                      <a:r>
                        <a:rPr lang="en-US" sz="2100" b="0" i="0" u="none" strike="noStrike">
                          <a:effectLst/>
                          <a:latin typeface="Arial" panose="020B0604020202020204" pitchFamily="34" charset="0"/>
                        </a:rPr>
                        <a:t>Feature</a:t>
                      </a: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ERD</a:t>
                      </a: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EERD</a:t>
                      </a:r>
                    </a:p>
                  </a:txBody>
                  <a:tcPr marL="107136" marR="107136" marT="53568" marB="53568" anchor="ctr">
                    <a:lnL>
                      <a:noFill/>
                    </a:lnL>
                    <a:lnR>
                      <a:noFill/>
                    </a:lnR>
                    <a:lnT>
                      <a:noFill/>
                    </a:lnT>
                    <a:lnB>
                      <a:noFill/>
                    </a:lnB>
                    <a:noFill/>
                  </a:tcPr>
                </a:tc>
                <a:extLst>
                  <a:ext uri="{0D108BD9-81ED-4DB2-BD59-A6C34878D82A}">
                    <a16:rowId xmlns:a16="http://schemas.microsoft.com/office/drawing/2014/main" val="2734406120"/>
                  </a:ext>
                </a:extLst>
              </a:tr>
              <a:tr h="1114214">
                <a:tc>
                  <a:txBody>
                    <a:bodyPr/>
                    <a:lstStyle/>
                    <a:p>
                      <a:pPr algn="l" fontAlgn="ctr"/>
                      <a:r>
                        <a:rPr lang="en-US" sz="2100" b="1" i="0" u="none" strike="noStrike">
                          <a:effectLst/>
                          <a:latin typeface="Arial" panose="020B0604020202020204" pitchFamily="34" charset="0"/>
                        </a:rPr>
                        <a:t>Entity Types</a:t>
                      </a:r>
                      <a:endParaRPr lang="en-US" sz="2100" b="0" i="0" u="none" strike="noStrike">
                        <a:effectLst/>
                        <a:latin typeface="Arial" panose="020B0604020202020204" pitchFamily="34" charset="0"/>
                      </a:endParaRP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Basic entities with attributes</a:t>
                      </a: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Includes advanced types like subclasses and superclasses</a:t>
                      </a:r>
                    </a:p>
                  </a:txBody>
                  <a:tcPr marL="107136" marR="107136" marT="53568" marB="53568" anchor="ctr">
                    <a:lnL>
                      <a:noFill/>
                    </a:lnL>
                    <a:lnR>
                      <a:noFill/>
                    </a:lnR>
                    <a:lnT>
                      <a:noFill/>
                    </a:lnT>
                    <a:lnB>
                      <a:noFill/>
                    </a:lnB>
                    <a:noFill/>
                  </a:tcPr>
                </a:tc>
                <a:extLst>
                  <a:ext uri="{0D108BD9-81ED-4DB2-BD59-A6C34878D82A}">
                    <a16:rowId xmlns:a16="http://schemas.microsoft.com/office/drawing/2014/main" val="2285462844"/>
                  </a:ext>
                </a:extLst>
              </a:tr>
              <a:tr h="1435622">
                <a:tc>
                  <a:txBody>
                    <a:bodyPr/>
                    <a:lstStyle/>
                    <a:p>
                      <a:pPr algn="l" fontAlgn="ctr"/>
                      <a:r>
                        <a:rPr lang="en-US" sz="2100" b="1" i="0" u="none" strike="noStrike">
                          <a:effectLst/>
                          <a:latin typeface="Arial" panose="020B0604020202020204" pitchFamily="34" charset="0"/>
                        </a:rPr>
                        <a:t>Relationships</a:t>
                      </a:r>
                      <a:endParaRPr lang="en-US" sz="2100" b="0" i="0" u="none" strike="noStrike">
                        <a:effectLst/>
                        <a:latin typeface="Arial" panose="020B0604020202020204" pitchFamily="34" charset="0"/>
                      </a:endParaRP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Basic relationships (one-to-many, many-to-many)</a:t>
                      </a: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Handles complex relationships (recursive, multi-valued)</a:t>
                      </a:r>
                    </a:p>
                  </a:txBody>
                  <a:tcPr marL="107136" marR="107136" marT="53568" marB="53568" anchor="ctr">
                    <a:lnL>
                      <a:noFill/>
                    </a:lnL>
                    <a:lnR>
                      <a:noFill/>
                    </a:lnR>
                    <a:lnT>
                      <a:noFill/>
                    </a:lnT>
                    <a:lnB>
                      <a:noFill/>
                    </a:lnB>
                    <a:noFill/>
                  </a:tcPr>
                </a:tc>
                <a:extLst>
                  <a:ext uri="{0D108BD9-81ED-4DB2-BD59-A6C34878D82A}">
                    <a16:rowId xmlns:a16="http://schemas.microsoft.com/office/drawing/2014/main" val="1268200118"/>
                  </a:ext>
                </a:extLst>
              </a:tr>
              <a:tr h="1114214">
                <a:tc>
                  <a:txBody>
                    <a:bodyPr/>
                    <a:lstStyle/>
                    <a:p>
                      <a:pPr algn="l" fontAlgn="ctr"/>
                      <a:r>
                        <a:rPr lang="en-US" sz="2100" b="1" i="0" u="none" strike="noStrike">
                          <a:effectLst/>
                          <a:latin typeface="Arial" panose="020B0604020202020204" pitchFamily="34" charset="0"/>
                        </a:rPr>
                        <a:t>Constraints</a:t>
                      </a:r>
                      <a:endParaRPr lang="en-US" sz="2100" b="0" i="0" u="none" strike="noStrike">
                        <a:effectLst/>
                        <a:latin typeface="Arial" panose="020B0604020202020204" pitchFamily="34" charset="0"/>
                      </a:endParaRP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Simple constraints</a:t>
                      </a: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Includes advanced constraints (disjoint, participation)</a:t>
                      </a:r>
                    </a:p>
                  </a:txBody>
                  <a:tcPr marL="107136" marR="107136" marT="53568" marB="53568" anchor="ctr">
                    <a:lnL>
                      <a:noFill/>
                    </a:lnL>
                    <a:lnR>
                      <a:noFill/>
                    </a:lnR>
                    <a:lnT>
                      <a:noFill/>
                    </a:lnT>
                    <a:lnB>
                      <a:noFill/>
                    </a:lnB>
                    <a:noFill/>
                  </a:tcPr>
                </a:tc>
                <a:extLst>
                  <a:ext uri="{0D108BD9-81ED-4DB2-BD59-A6C34878D82A}">
                    <a16:rowId xmlns:a16="http://schemas.microsoft.com/office/drawing/2014/main" val="750834891"/>
                  </a:ext>
                </a:extLst>
              </a:tr>
              <a:tr h="1435622">
                <a:tc>
                  <a:txBody>
                    <a:bodyPr/>
                    <a:lstStyle/>
                    <a:p>
                      <a:pPr algn="l" fontAlgn="ctr"/>
                      <a:r>
                        <a:rPr lang="en-US" sz="2100" b="1" i="0" u="none" strike="noStrike">
                          <a:effectLst/>
                          <a:latin typeface="Arial" panose="020B0604020202020204" pitchFamily="34" charset="0"/>
                        </a:rPr>
                        <a:t>Use Case</a:t>
                      </a:r>
                      <a:endParaRPr lang="en-US" sz="2100" b="0" i="0" u="none" strike="noStrike">
                        <a:effectLst/>
                        <a:latin typeface="Arial" panose="020B0604020202020204" pitchFamily="34" charset="0"/>
                      </a:endParaRP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Simple systems</a:t>
                      </a:r>
                    </a:p>
                  </a:txBody>
                  <a:tcPr marL="107136" marR="107136" marT="53568" marB="53568" anchor="ctr">
                    <a:lnL>
                      <a:noFill/>
                    </a:lnL>
                    <a:lnR>
                      <a:noFill/>
                    </a:lnR>
                    <a:lnT>
                      <a:noFill/>
                    </a:lnT>
                    <a:lnB>
                      <a:noFill/>
                    </a:lnB>
                    <a:noFill/>
                  </a:tcPr>
                </a:tc>
                <a:tc>
                  <a:txBody>
                    <a:bodyPr/>
                    <a:lstStyle/>
                    <a:p>
                      <a:pPr algn="l" fontAlgn="ctr"/>
                      <a:r>
                        <a:rPr lang="en-US" sz="2100" b="0" i="0" u="none" strike="noStrike">
                          <a:effectLst/>
                          <a:latin typeface="Arial" panose="020B0604020202020204" pitchFamily="34" charset="0"/>
                        </a:rPr>
                        <a:t>Complex systems with inheritance, categories, and constraints</a:t>
                      </a:r>
                    </a:p>
                  </a:txBody>
                  <a:tcPr marL="107136" marR="107136" marT="53568" marB="53568" anchor="ctr">
                    <a:lnL>
                      <a:noFill/>
                    </a:lnL>
                    <a:lnR>
                      <a:noFill/>
                    </a:lnR>
                    <a:lnT>
                      <a:noFill/>
                    </a:lnT>
                    <a:lnB>
                      <a:noFill/>
                    </a:lnB>
                    <a:noFill/>
                  </a:tcPr>
                </a:tc>
                <a:extLst>
                  <a:ext uri="{0D108BD9-81ED-4DB2-BD59-A6C34878D82A}">
                    <a16:rowId xmlns:a16="http://schemas.microsoft.com/office/drawing/2014/main" val="2535193270"/>
                  </a:ext>
                </a:extLst>
              </a:tr>
            </a:tbl>
          </a:graphicData>
        </a:graphic>
      </p:graphicFrame>
    </p:spTree>
    <p:extLst>
      <p:ext uri="{BB962C8B-B14F-4D97-AF65-F5344CB8AC3E}">
        <p14:creationId xmlns:p14="http://schemas.microsoft.com/office/powerpoint/2010/main" val="34250967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832A7B-17DE-A49A-0D98-B172644510D5}"/>
              </a:ext>
            </a:extLst>
          </p:cNvPr>
          <p:cNvSpPr>
            <a:spLocks noGrp="1"/>
          </p:cNvSpPr>
          <p:nvPr>
            <p:ph type="title"/>
          </p:nvPr>
        </p:nvSpPr>
        <p:spPr/>
        <p:txBody>
          <a:bodyPr/>
          <a:lstStyle/>
          <a:p>
            <a:endParaRPr lang="en-US"/>
          </a:p>
        </p:txBody>
      </p:sp>
      <p:sp>
        <p:nvSpPr>
          <p:cNvPr id="2" name="Slide Number Placeholder 1">
            <a:extLst>
              <a:ext uri="{FF2B5EF4-FFF2-40B4-BE49-F238E27FC236}">
                <a16:creationId xmlns:a16="http://schemas.microsoft.com/office/drawing/2014/main" id="{624BE87F-5B1E-B127-DCFD-1E4D48217575}"/>
              </a:ext>
            </a:extLst>
          </p:cNvPr>
          <p:cNvSpPr>
            <a:spLocks noGrp="1"/>
          </p:cNvSpPr>
          <p:nvPr>
            <p:ph type="sldNum" sz="quarter" idx="10"/>
          </p:nvPr>
        </p:nvSpPr>
        <p:spPr/>
        <p:txBody>
          <a:bodyPr/>
          <a:lstStyle/>
          <a:p>
            <a:fld id="{7737D3DD-0AB3-4F16-99FA-6262B2B4036D}" type="slidenum">
              <a:rPr lang="en-MY" smtClean="0"/>
              <a:t>29</a:t>
            </a:fld>
            <a:endParaRPr lang="en-MY"/>
          </a:p>
        </p:txBody>
      </p:sp>
      <p:pic>
        <p:nvPicPr>
          <p:cNvPr id="50" name="Picture 49">
            <a:extLst>
              <a:ext uri="{FF2B5EF4-FFF2-40B4-BE49-F238E27FC236}">
                <a16:creationId xmlns:a16="http://schemas.microsoft.com/office/drawing/2014/main" id="{1EC0F348-2D30-7AC1-3CE0-4197AE9882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1392" y="3429000"/>
            <a:ext cx="3995252" cy="300669"/>
          </a:xfrm>
          <a:prstGeom prst="rect">
            <a:avLst/>
          </a:prstGeom>
        </p:spPr>
      </p:pic>
      <p:pic>
        <p:nvPicPr>
          <p:cNvPr id="52" name="Picture 51">
            <a:extLst>
              <a:ext uri="{FF2B5EF4-FFF2-40B4-BE49-F238E27FC236}">
                <a16:creationId xmlns:a16="http://schemas.microsoft.com/office/drawing/2014/main" id="{851558A9-F831-677E-BB04-1C0F9AD971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8817" y="3028051"/>
            <a:ext cx="3995252" cy="300669"/>
          </a:xfrm>
          <a:prstGeom prst="rect">
            <a:avLst/>
          </a:prstGeom>
        </p:spPr>
      </p:pic>
      <p:pic>
        <p:nvPicPr>
          <p:cNvPr id="54" name="Picture 53">
            <a:extLst>
              <a:ext uri="{FF2B5EF4-FFF2-40B4-BE49-F238E27FC236}">
                <a16:creationId xmlns:a16="http://schemas.microsoft.com/office/drawing/2014/main" id="{FCCD5C17-9FCF-9090-0510-5284D0FCF10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9173" y="2870567"/>
            <a:ext cx="2709212" cy="916306"/>
          </a:xfrm>
          <a:prstGeom prst="rect">
            <a:avLst/>
          </a:prstGeom>
        </p:spPr>
      </p:pic>
    </p:spTree>
    <p:extLst>
      <p:ext uri="{BB962C8B-B14F-4D97-AF65-F5344CB8AC3E}">
        <p14:creationId xmlns:p14="http://schemas.microsoft.com/office/powerpoint/2010/main" val="15027750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7438</TotalTime>
  <Words>3381</Words>
  <Application>Microsoft Macintosh PowerPoint</Application>
  <PresentationFormat>On-screen Show (4:3)</PresentationFormat>
  <Paragraphs>349</Paragraphs>
  <Slides>29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Montserrat Semi</vt:lpstr>
      <vt:lpstr>Arial</vt:lpstr>
      <vt:lpstr>Calibri</vt:lpstr>
      <vt:lpstr>Calibri Light</vt:lpstr>
      <vt:lpstr>Helvetica</vt:lpstr>
      <vt:lpstr>Verdana</vt:lpstr>
      <vt:lpstr>Office 2013 - 2022 Theme</vt:lpstr>
      <vt:lpstr>PowerPoint Presentation</vt:lpstr>
      <vt:lpstr>LECTURE LEARNING OUTCOME</vt:lpstr>
      <vt:lpstr>Introduction</vt:lpstr>
      <vt:lpstr>Enhanced Entity-Relationship Model</vt:lpstr>
      <vt:lpstr>Vehicles can be specialized into more specific groups (maximize difference)</vt:lpstr>
      <vt:lpstr>specific types of jobs like "Doctor," "Engineer,"  and "Teacher”: share common characteristics,  like working hours, qualifications, and salaries.</vt:lpstr>
      <vt:lpstr>Generalization vs Specialization</vt:lpstr>
      <vt:lpstr>Specialization / Generalization</vt:lpstr>
      <vt:lpstr>Specialization / Generalization</vt:lpstr>
      <vt:lpstr>Specialization / Generalization</vt:lpstr>
      <vt:lpstr>Example: AllStaff relation holding details of all staff</vt:lpstr>
      <vt:lpstr>Specialization/generalization of Staff into subclasses representing job roles</vt:lpstr>
      <vt:lpstr>Specialization/generalization of Staff into job roles and contracts of employment </vt:lpstr>
      <vt:lpstr>EER diagram with shared subclass and subclass with its own subclass</vt:lpstr>
      <vt:lpstr>Constraints on Specialization/Generalization </vt:lpstr>
      <vt:lpstr>Constraints on Specialization/Generalization </vt:lpstr>
      <vt:lpstr>Constraints on Specialization/Generalization </vt:lpstr>
      <vt:lpstr>Constraints on Specialization/Generalization </vt:lpstr>
      <vt:lpstr>Constraints on Specialization/Generalization </vt:lpstr>
      <vt:lpstr>DreamHome example - Staff Superclass with Supervisor and Manager subclasses </vt:lpstr>
      <vt:lpstr>DreamHome example - Owner Superclass with PrivateOwner and BusinessOwner subclasses</vt:lpstr>
      <vt:lpstr>DreamHome example - Person superclass with Staff, PrivateOwner, and Client subclasses </vt:lpstr>
      <vt:lpstr>Problem 1: EERM</vt:lpstr>
      <vt:lpstr>ERD</vt:lpstr>
      <vt:lpstr>EERD</vt:lpstr>
      <vt:lpstr>Why EERD not ERD</vt:lpstr>
      <vt:lpstr>the need for subclassing (Employee → Manager/Developer), specialization/generalization, and complex participation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NUR AMALINA BINTI HAMIDI</dc:creator>
  <cp:lastModifiedBy>NIES HUI WEN</cp:lastModifiedBy>
  <cp:revision>47</cp:revision>
  <dcterms:created xsi:type="dcterms:W3CDTF">2023-12-31T03:09:43Z</dcterms:created>
  <dcterms:modified xsi:type="dcterms:W3CDTF">2024-12-02T00:32:28Z</dcterms:modified>
</cp:coreProperties>
</file>